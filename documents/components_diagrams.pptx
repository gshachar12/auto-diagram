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20B0"/>
    <a:srgbClr val="FAE8A8"/>
    <a:srgbClr val="F4F6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36:09.9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963 39 24575,'0'0'0,"1"0"0,-1-1 0,1 1 0,-1-1 0,1 1 0,-1 0 0,1-1 0,-1 1 0,0-1 0,1 0 0,-1 1 0,1-1 0,-1 1 0,0-1 0,0 0 0,1 1 0,-1-1 0,0 0 0,0 1 0,0-1 0,0 0 0,0 1 0,0-1 0,0 0 0,0 1 0,0-1 0,0 1 0,0-1 0,0 0 0,-1 1 0,1-1 0,-1-1 0,0 1 0,0 0 0,0 0 0,-1 0 0,1 0 0,-1 0 0,1 0 0,-1 0 0,1 0 0,-1 1 0,0-1 0,1 1 0,-4-1 0,-7-2 0,0 1 0,-23 0 0,-30 3 0,2 4 0,-1 2 0,-97 24 0,49-1 0,-117 48 0,203-68 0,7-4 0,0 2 0,0 0 0,1 1 0,-20 13 0,34-19 0,0 0 0,0 1 0,0-1 0,0 1 0,1-1 0,-1 1 0,1 0 0,0 0 0,0 1 0,0-1 0,1 1 0,0-1 0,0 1 0,0 0 0,0 0 0,1 0 0,0 0 0,0 0 0,0 0 0,0 0 0,1 8 0,1 6 0,2-1 0,0 1 0,1-1 0,12 35 0,36 73 0,-25-66 0,22 55 0,78 199 0,-111-264 0,-2 1 0,-2 0 0,-2 0 0,4 78 0,-15-76 0,0-40 0,1 1 0,0-1 0,1 1 0,0-1 0,5 18 0,-6-31 0,0 1-1,0-1 0,-1 0 0,1 1 1,0-1-1,0 0 0,0 0 0,0 1 1,1-1-1,-1 0 0,0 0 1,0 1-1,0-1 0,0 0 0,0 0 1,0 1-1,0-1 0,0 0 0,0 0 1,1 1-1,-1-1 0,0 0 1,0 0-1,0 0 0,1 1 0,-1-1 1,0 0-1,0 0 0,0 0 0,1 0 1,-1 0-1,0 1 0,0-1 1,1 0-1,-1 0 0,0 0 0,0 0 1,1 0-1,-1 0 0,0 0 0,0 0 1,1 0-1,-1 0 0,1 0 1,5-13 80,2-23-1493,-3-4-5413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36:10.15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1 219 24575,'0'-8'0,"7"-2"0,11-7 0,17 0 0,10-6 0,13 2 0,4-3 0,6 2 0,0 5 0,-5-2 0,-5 1 0,-4 5 0,-13 4-8191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45:55.75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414 1 24575,'4'176'0,"9"1"0,58 293 0,-10-189 0,53 296 0,-109-526 0,-5-51 0,0 1 0,0-1 0,0 0 0,0 1 0,0-1 0,0 1 0,0-1 0,0 0 0,0 1 0,0-1 0,0 1 0,0-1 0,0 0 0,0 1 0,0-1 0,0 1 0,0-1 0,0 0 0,-1 1 0,1-1 0,0 0 0,0 1 0,0-1 0,-1 0 0,1 1 0,0-1 0,-1 0 0,1 0 0,0 1 0,0-1 0,-1 0 0,1 0 0,0 1 0,-1-1 0,1 0 0,-1 0 0,1 0 0,0 0 0,-1 0 0,1 0 0,0 1 0,-1-1 0,1 0 0,-1 0 0,1 0 0,0 0 0,-1 0 0,1-1 0,-1 1 0,1 0 0,0 0 0,-1 0 0,1 0 0,-1 0 0,1 0 0,0-1 0,-1 1 0,1 0 0,0 0 0,-1-1 0,1 1 0,0 0 0,0 0 0,-1-1 0,1 0 0,-22-24 0,-23-52 0,4-3 0,-36-97 0,28 61 0,-183-444 0,223 537 0,1 1 0,-1 0 0,-1 0 0,-22-34 0,31 55 0,1 0 0,-1 0 0,1 0 0,-1 0 0,1 0 0,-1 1 0,1-1 0,-1 0 0,0 0 0,0 1 0,1-1 0,-1 0 0,0 1 0,0-1 0,0 1 0,0-1 0,0 1 0,0 0 0,0-1 0,0 1 0,0 0 0,0-1 0,-1 1 0,1 1 0,0 0 0,0-1 0,0 1 0,0 0 0,1 0 0,-1 0 0,0 0 0,1 0 0,-1 0 0,0 0 0,1 0 0,-1 0 0,1 1 0,0-1 0,-1 0 0,1 0 0,0 0 0,0 0 0,0 3 0,-3 21 0,1 1 0,1 0 0,2 0 0,0-1 0,7 33 0,-1-1 0,-5-36 0,27 400 0,-29-355 0,-2-1 0,-3 0 0,-4 0 0,-23 92 0,-34 39-1365,38-123-5461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49:01.47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950 0 24575,'23'16'0,"-18"-7"0,-19-7 0,-38-8 0,2 0 0,-1 2 0,0 2 0,-52 5 0,-18 13 0,1 5 0,-219 70 0,332-89 0,1 0 0,-1 0 0,1 1 0,-1 0 0,1 0 0,0 0 0,0 1 0,-7 6 0,11-8 0,1 0 0,0 0 0,-1 0 0,1 0 0,0 1 0,0-1 0,0 0 0,1 0 0,-1 1 0,0-1 0,1 0 0,0 1 0,-1-1 0,1 1 0,0-1 0,0 0 0,1 1 0,-1-1 0,0 0 0,1 1 0,-1-1 0,1 0 0,0 1 0,0-1 0,0 0 0,1 3 0,86 176 0,-55-95 0,-3 2 0,18 95 0,12 187 0,-55-327 0,11 121 0,-15-136 0,0 0 0,-3 0 0,-6 43 0,0-46-51,8-25 53,0 0 1,0 0 0,0 0 0,0 1 0,0-1 0,0 0 0,0 0 0,0 0 0,0 1 0,0-1 0,-1 0 0,1 0-1,0 0 1,0 0 0,0 1 0,0-1 0,0 0 0,-1 0 0,1 0 0,0 0 0,0 0 0,0 0 0,0 0 0,-1 0-1,1 0 1,0 1 0,0-1 0,0 0 0,-1 0 0,1 0 0,0 0 0,0 0 0,-1 0 0,1 0 0,0 0 0,0 0-1,0 0 1,-1-1 0,1 1 0,0 0 0,0 0 0,0 0 0,-1 0 0,0-2-106,0 0 0,0 0 0,0-1 0,0 1 0,1 0 0,-1-1 0,1 1 0,-1 0 0,1-1 0,0 1 0,0 0 0,0-1 0,0-2 0,3-39-6723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49:01.7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1 167 24575,'0'-15'0,"7"-13"0,11-1 0,9 4 0,8 7 0,6 6 0,3-3 0,2 1 0,-8 3-8191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49:02.44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1 114 24575,'15'-23'0,"12"-7"0,10 1 0,13 6 0,6 14 0,9 24 0,0 24 0,-3 21 0,-12 23 0,-7 13 0,-10 4 0,-12 2 0,-16-11 0,-17-11 0,-29-13 0,-23-18 0,-16-16 0,7-15-8191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49:02.69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48 1 24575,'-8'53'0,"-2"48"0,0 44 0,2 36 0,2 25 0,3 8 0,1-3 0,1-14 0,9-25 0,3-35 0,-1-32 0,-1-43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49:03.5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254 229 24575,'8'-27'0,"-1"6"0,0 0 0,1 1 0,12-22 0,-16 35 0,0 1 0,0 0 0,1 0 0,-1 0 0,2 1 0,-1-1 0,0 1 0,1 1 0,0-1 0,0 1 0,1 0 0,-1 0 0,9-3 0,-1 2 0,0 1 0,1 0 0,0 1 0,-1 0 0,1 1 0,0 1 0,0 0 0,0 1 0,0 1 0,22 4 0,-9 0 0,-1 1 0,0 1 0,0 2 0,45 20 0,-61-23 0,1 0 0,-1 1 0,0 0 0,-1 0 0,0 1 0,0 1 0,0 0 0,-1 0 0,-1 1 0,0 0 0,8 11 0,-9-7 0,1 0 0,-2 0 0,0 1 0,0 0 0,-1 0 0,-1 0 0,-1 0 0,3 29 0,-3-13 0,-1 1 0,-2 0 0,-1-1 0,-1 1 0,-2-1 0,-1 0 0,-19 61 0,20-80 0,0 0 0,-2 0 0,1-1 0,-2 1 0,1-1 0,-1-1 0,-1 1 0,0-1 0,0 0 0,-1-1 0,-1 0 0,1-1 0,-1 1 0,-1-2 0,0 0 0,0 0 0,0-1 0,0 0 0,-1-1 0,0 0 0,0-1 0,-18 4 0,1-3 0,-1-2 0,0-1 0,0-1 0,1-1 0,-1-2 0,-46-9 0,-7-6 0,-83-30 0,159 45 0,-16-4 0,1-2 0,-1 0 0,1-1 0,-31-19 0,52 27 7,-1 0-1,0-1 1,0 1 0,0-1-1,1 0 1,-1 1-1,1-1 1,-1 0-1,1 0 1,0 0 0,-1 0-1,0-3 1,1 3-73,1 1 0,0 0 0,0 0 0,0-1 0,0 1 0,0 0 0,0 0 0,0-1 0,0 1 0,0 0 0,0 0 0,1 0 0,-1-1 1,1 1-1,-1 0 0,1 0 0,-1 0 0,1 0 0,0 0 0,-1 0 0,2-2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6:55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24575,'61'15'0,"35"12"0,16 10 0,-3 13 0,-12 7 0,-16-1 0,-21 8 0,-21-2 0,-17-2 0,-12-12-8191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6:55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24575,'15'7'0,"-3"4"0,-3-1-8191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6:55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24575,'7'8'0,"11"10"0,9 17 0,7 10 0,7 13 0,-5 4 0,-8-1 0,-9-4 0,-8-3 0,-5-12-8191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6:56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 24575,'-15'22'0,"-6"16"0,9 8 0,14 4 0,22-6 0,22-10 0,10-12 0,12-9 0,1-15 0,-11-14 0,-15-20 0,-15-11 0,-12 2-8191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6:56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471 0 24575,'-7'54'0,"-11"32"0,-9 16 0,-16 7 0,-8 0 0,-10-11 0,-10-8 0,-1-3 0,5-9-6784,13-18 5377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6:56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1533 24575,'8'-53'0,"9"-41"0,10-34 0,15-25 0,9-11 0,10-6 0,10 2 0,1 15 0,3 18 0,-4 24 0,-6 24 0,-7 27 0,-5 23 0,-5 18 0,-9 20 0,-20 17 0,-21 13 0,-10 2-8191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6:56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 24575,'-15'38'0,"-13"20"0,-2 0-8191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6:57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51 24575,'-8'45'0,"-9"15"0,-18-2 0,-10-19 0,-6-23 0,7-31 0,11-27 0,10-13 0,10-6 0,14 7 0,7 22 0,2 22 0,0 14-8191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6:57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1 167 24575,'28'-22'0,"2"1"0,0 2 0,1 2 0,57-25 0,-63 33 0,-1 0 0,1 2 0,1 1 0,-1 1 0,1 1 0,0 1 0,29 0 0,-46 3 0,0 1 0,1 0 0,-1 0 0,0 1 0,0 0 0,0 1 0,0-1 0,0 2 0,0-1 0,-1 1 0,0 1 0,0 0 0,0 0 0,0 0 0,7 8 0,-9-7 0,-1 0 0,0 0 0,-1 0 0,1 1 0,-1 0 0,0 0 0,-1 0 0,0 0 0,0 1 0,0-1 0,-1 1 0,0-1 0,-1 1 0,0 0 0,0 0 0,0 0 0,-1 0 0,-1 9 0,0-8 0,0 0 0,-1 0 0,0 0 0,0-1 0,-1 1 0,0-1 0,0 1 0,-1-1 0,0 0 0,-1 0 0,-10 14 0,4-10 0,0 0 0,-1 0 0,0-1 0,0-1 0,-22 14 0,31-22 0,0 0 0,0-1 0,0 1 0,1 0 0,-1 0 0,1 1 0,-1-1 0,1 1 0,0-1 0,0 1 0,0-1 0,0 1 0,1 0 0,-1 0 0,-1 4 0,3-5 0,0 0 0,0 0 0,1 0 0,-1 0 0,1 1 0,-1-1 0,1 0 0,-1 0 0,1 0 0,0 0 0,0 0 0,0 0 0,0-1 0,0 1 0,1 0 0,-1 0 0,1-1 0,-1 1 0,1-1 0,-1 1 0,1-1 0,0 0 0,3 2 0,83 60 0,-54-42 0,53 46 0,-85-65 0,1 1 0,0-1 0,-1 1 0,0-1 0,1 1 0,-1 0 0,0 0 0,0 0 0,-1 0 0,1 0 0,-1 0 0,1 0 0,-1 1 0,0-1 0,0 0 0,0 1 0,-1-1 0,1 1 0,-1-1 0,0 1 0,0-1 0,0 1 0,0-1 0,-1 1 0,0-1 0,1 1 0,-1-1 0,0 0 0,-1 1 0,1-1 0,0 0 0,-1 0 0,0 0 0,0 0 0,0 0 0,0 0 0,-3 2 0,-34 36-1365,-4-6-5461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6:58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24575,'8'23'0,"2"14"0,-1 10 0,-1 3 0,-3-5-8191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6:58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0 24575,'-53'30'0,"-17"18"0,2 8 0,14 3 0,16-10-8191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6:58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475 677 24575,'3'21'0,"-1"-1"0,0 1 0,-2 0 0,0 0 0,-2 0 0,-6 35 0,6-48 0,-1 1 0,1-1 0,-1 0 0,-1 0 0,0-1 0,0 1 0,0-1 0,-1 0 0,0 0 0,0 0 0,-1-1 0,0 1 0,0-2 0,0 1 0,-1 0 0,0-1 0,0-1 0,-14 8 0,14-8 0,-1-1 0,0 0 0,0 0 0,0-1 0,-1 0 0,1 0 0,0-1 0,-1 0 0,1 0 0,-1-1 0,1 0 0,-1-1 0,1 0 0,-1 0 0,1-1 0,0 0 0,0 0 0,0-1 0,0 0 0,0-1 0,0 1 0,1-1 0,-1-1 0,1 0 0,-6-5 0,0-1 0,1-1 0,0 0 0,1 0 0,0-1 0,1-1 0,0 0 0,1 0 0,1-1 0,1 0 0,0-1 0,-9-28 0,9 17 0,1-1 0,2 1 0,1-1 0,1 0 0,1 1 0,1-1 0,2 0 0,0 0 0,2 0 0,12-40 0,-5 32 0,1 0 0,2 0 0,1 2 0,2 0 0,1 0 0,2 2 0,29-37 0,-37 54 24,0 1 0,1 0 0,1 1 0,22-17 0,-31 26-123,1 0 0,0 0 0,0 0 0,0 1 0,1 0 0,-1 1 0,1-1 0,0 1 0,-1 0 0,1 1 0,0 0 0,0 0 0,0 0 0,12 1 0,12 7-6727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6:58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24575,'38'0'0,"20"8"0,15 17 0,3 13 0,-3 22 0,-15 16 0,-17 3 0,-23 2 0,-23-4 0,-17-7 0,-21-17 0,-2-16-8191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6:59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0 202 24575,'61'-31'0,"35"-17"0,16 0 0,5 7 0,-11 11 0,-7 27 0,-21 20 0,-17 23 0,-18 12 0,-16 12 0,-21 4 0,-26-3 0,-10-13-8191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0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24575,'46'30'0,"29"26"0,18 10 0,0 9 0,-7 0 0,-19-6 0,-21 1 0,-33-4 0,-35-6 0,-27-5 0,-30-12 0,-23-14 0,-1-11 0,15-9-8191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0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24575,'7'16'0,"11"11"0,9 10 0,8 5 0,5 4 0,-3 9 0,-9 3 0,-8-1 0,-9-11-8191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0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1 24575,'-1'37'0,"2"0"0,1 0 0,14 69 0,-13-96 0,0 0 0,0 0 0,1-1 0,0 0 0,0 1 0,1-1 0,1-1 0,-1 1 0,1-1 0,1 0 0,-1 0 0,1-1 0,1 1 0,0-2 0,0 1 0,0-1 0,0 0 0,19 8 0,-9-6 0,0-1 0,0-1 0,1-1 0,25 4 0,-35-8 0,1 1 0,0-2 0,-1 1 0,1-1 0,-1-1 0,1 1 0,0-2 0,-1 1 0,0-1 0,12-5 0,-20 7 0,0 0 0,0-1 0,0 1 0,0-1 0,0 1 0,0-1 0,0 1 0,0-1 0,0 0 0,0 1 0,0-1 0,-1 0 0,1 0 0,0 0 0,-1 0 0,1 0 0,0 0 0,-1 0 0,1 0 0,-1 0 0,0 0 0,1 0 0,-1 0 0,0 0 0,1-2 0,-2 1 0,1 0 0,0 0 0,-1 0 0,1 1 0,-1-1 0,0 0 0,0 0 0,0 0 0,0 1 0,0-1 0,0 0 0,0 1 0,0-1 0,-3-1 0,-7-7 0,0 0 0,0 1 0,-1 0 0,0 1 0,-1 1 0,-23-11 0,-88-27 0,-56-3 0,156 44 0,-1 0 0,0 1 0,0 2 0,0 0 0,-34 5 0,53-3-97,-1 0-1,1 0 1,0 0-1,0 1 1,0 0-1,0 1 1,0-1-1,0 1 1,0 0-1,1 1 1,0-1-1,0 1 0,-8 7 1,-9 18-6729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1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1 151 24575,'6'-10'0,"0"-1"0,1 1 0,0 1 0,1-1 0,0 1 0,0 0 0,1 1 0,1 0 0,-1 0 0,1 1 0,0 0 0,1 1 0,-1 0 0,1 1 0,1 0 0,-1 1 0,1 0 0,-1 1 0,1 0 0,24-3 0,-23 5 0,0 0 0,-1 1 0,1 0 0,0 1 0,-1 0 0,1 1 0,0 1 0,-1 0 0,0 1 0,0 0 0,0 0 0,0 2 0,-1-1 0,0 1 0,0 1 0,0 0 0,-1 1 0,0 0 0,17 17 0,-25-22 0,1 0 0,0 0 0,0 0 0,-1 0 0,0 1 0,0-1 0,0 1 0,0 0 0,0-1 0,-1 1 0,0 0 0,1 0 0,-2 0 0,1 0 0,0 0 0,-1 0 0,0 0 0,1 0 0,-2 0 0,1 0 0,0 1 0,-1-1 0,0 0 0,0 0 0,0 0 0,0-1 0,-1 1 0,0 0 0,1 0 0,-1-1 0,-1 1 0,1-1 0,-4 5 0,-3 2 0,-1 0 0,-1 0 0,0-1 0,0 0 0,-1-1 0,0 0 0,0-1 0,-17 7 0,-2 0 0,-54 16 0,76-27 0,0 0 0,0-1 0,-1-1 0,1 1 0,0-2 0,-1 1 0,0-1 0,1 0 0,0-1 0,-14-3 0,23 4 0,0 0 0,0 0 0,0 0 0,1 0 0,-1 0 0,0 0 0,0 0 0,0 0 0,1 0 0,-1 0 0,0 0 0,0 0 0,0 0 0,0 0 0,1 0 0,-1-1 0,0 1 0,0 0 0,0 0 0,0 0 0,0 0 0,1 0 0,-1 0 0,0-1 0,0 1 0,0 0 0,0 0 0,0 0 0,0 0 0,0-1 0,0 1 0,0 0 0,0 0 0,1 0 0,-1 0 0,0-1 0,0 1 0,0 0 0,0 0 0,0 0 0,0-1 0,0 1 0,0 0 0,-1 0 0,1 0 0,0 0 0,0-1 0,0 1 0,0 0 0,0 0 0,0 0 0,0 0 0,0-1 0,0 1 0,0 0 0,-1 0 0,1 0 0,0 0 0,0 0 0,0-1 0,0 1 0,0 0 0,-1 0 0,1 0 0,0 0 0,17-6 0,-5 3 14,0 1-1,1 1 0,-1 0 0,0 1 1,1 0-1,-1 1 0,1 0 1,18 5-1,-24-5-100,-1 1-1,1 0 1,0 1 0,-1-1-1,0 1 1,1 0 0,-1 1-1,-1 0 1,1 0-1,0 0 1,-1 0 0,0 1-1,0 0 1,0 0 0,-1 0-1,8 11 1,2 16-6739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1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0 987 24575,'8'-1'0,"0"-2"0,0 1 0,0-1 0,-1 0 0,1-1 0,-1 1 0,0-1 0,0-1 0,0 0 0,-1 0 0,0 0 0,1 0 0,-2-1 0,1 0 0,-1-1 0,0 1 0,0-1 0,-1 0 0,0 0 0,0 0 0,0-1 0,-1 1 0,-1-1 0,1 0 0,-1 0 0,0 0 0,0-9 0,-1-20 0,-3 1 0,-1 0 0,-1 1 0,-10-39 0,-4-29 0,14 74 0,2 0 0,0-1 0,2 0 0,1 1 0,7-35 0,-6 50 0,1 1 0,1-1 0,1 1 0,-1 0 0,2 0 0,0 1 0,1 0 0,0 0 0,0 0 0,2 1 0,-1 0 0,1 0 0,12-10 0,-8 9 0,0 1 0,1 1 0,1 0 0,-1 1 0,2 0 0,-1 1 0,1 1 0,0 0 0,0 1 0,1 1 0,0 1 0,28-4 0,-42 7 5,1 1 0,-1 0 0,1 0 0,-1 0 0,1 0 0,-1 1-1,0 0 1,1-1 0,-1 1 0,0 0 0,1 1 0,-1-1 0,0 0 0,0 1 0,0 0-1,0 0 1,0 0 0,-1 0 0,1 0 0,0 1 0,-1-1 0,0 1 0,4 4 0,-3-1-129,0 0 1,0 0-1,-1 0 0,0 0 1,0 0-1,-1 0 1,1 0-1,-1 1 1,-1-1-1,1 0 0,-1 12 1,-6 36-6703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1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 24575,'33'-11'0,"0"2"0,0 2 0,1 1 0,0 1 0,0 2 0,0 1 0,36 4 0,-50-1 0,-1 2 0,1 0 0,-1 1 0,0 1 0,0 1 0,0 0 0,-1 2 0,0 0 0,0 1 0,-1 0 0,0 2 0,-1 0 0,22 19 0,-30-22 0,0 0 0,-1 0 0,1 1 0,-2 0 0,1 1 0,-1 0 0,-1 0 0,8 18 0,-11-25 0,-1 1 0,0 0 0,0-1 0,0 1 0,0 0 0,-1 0 0,1 0 0,-1 0 0,0 0 0,0 0 0,0 0 0,-1-1 0,0 1 0,1 0 0,-1 0 0,-1 0 0,1-1 0,0 1 0,-1 0 0,0-1 0,0 0 0,0 1 0,0-1 0,0 0 0,-1 0 0,1 0 0,-7 5 0,3-4 0,0 0 0,0-1 0,0 1 0,-1-2 0,1 1 0,-1-1 0,0 1 0,0-2 0,0 1 0,0-1 0,0 0 0,0-1 0,0 1 0,0-1 0,0-1 0,0 1 0,0-1 0,0-1 0,0 1 0,-8-4 0,2 1 0,1 0 0,-1-1 0,1-1 0,0 0 0,1 0 0,-1-1 0,1-1 0,1 0 0,-19-17 0,27 22 0,-1 0 0,0 0 0,1 0 0,-1 1 0,-1-1 0,1 1 0,-6-4 0,9 6 0,-1 0 0,1 0 0,0 0 0,0 0 0,-1 0 0,1 0 0,0 0 0,-1 0 0,1 0 0,0 0 0,0 0 0,-1 0 0,1 0 0,0 0 0,0 0 0,-1 1 0,1-1 0,0 0 0,0 0 0,-1 0 0,1 0 0,0 1 0,0-1 0,0 0 0,-1 0 0,1 0 0,0 1 0,0-1 0,0 0 0,0 0 0,0 1 0,0-1 0,-1 0 0,1 0 0,0 1 0,-2 22 0,3 4-120,0-14 183,-1 0 1,0 0-1,-4 24 0,4-34-146,-1 1-1,-1 0 1,1 0 0,0 0 0,-1-1 0,0 1-1,0-1 1,0 1 0,0-1 0,0 0 0,-1 0-1,1 0 1,-1 0 0,0 0 0,0-1-1,0 1 1,-4 2 0,-19 8-6743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2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0 270 24575,'4'-19'0,"0"0"0,2 0 0,0 0 0,1 0 0,1 1 0,16-27 0,-19 37 0,1-1 0,0 1 0,1 1 0,0-1 0,0 1 0,1 0 0,0 1 0,0 0 0,0 0 0,1 1 0,0 0 0,0 0 0,0 1 0,17-5 0,-13 6 0,0 0 0,0 1 0,1 0 0,-1 1 0,1 1 0,-1 0 0,1 1 0,-1 0 0,1 1 0,-1 0 0,0 1 0,0 1 0,17 7 0,-21-7 0,0 0 0,0 0 0,-1 1 0,0 0 0,0 0 0,0 1 0,0 0 0,-1 1 0,0-1 0,0 1 0,-1 1 0,0-1 0,0 1 0,-1 0 0,0 1 0,0-1 0,-1 1 0,0 0 0,3 12 0,-6-16 0,-1-1 0,1 1 0,-1-1 0,0 1 0,0 0 0,-1-1 0,1 1 0,-1-1 0,0 1 0,-1-1 0,1 1 0,-1-1 0,1 0 0,-1 1 0,-1-1 0,1 0 0,0 0 0,-1-1 0,0 1 0,0 0 0,0-1 0,0 0 0,-1 0 0,1 0 0,-5 3 0,-5 3 0,1 0 0,-1-1 0,-1-1 0,1 0 0,-1-1 0,-21 7 0,14-7 0,-1 0 0,-40 4 0,56-9 0,-1-1 0,1 1 0,-1-1 0,1-1 0,-1 1 0,1-1 0,-1 0 0,1-1 0,0 1 0,0-1 0,0-1 0,0 1 0,0-1 0,-6-3 0,11 5 0,0 0 0,0 1 0,-1-1 0,1 0 0,0 0 0,0 0 0,0 0 0,0 0 0,0 0 0,1 0 0,-1 0 0,0-1 0,0 1 0,1 0 0,-1 0 0,1-1 0,-1 1 0,1 0 0,-1-3 0,1 3 0,1 0 0,-1 0 0,0 0 0,0 0 0,1 0 0,-1 0 0,1 0 0,-1 0 0,1 0 0,-1 1 0,1-1 0,-1 0 0,1 0 0,0 1 0,0-1 0,-1 0 0,1 1 0,0-1 0,0 1 0,1-2 0,3 0 0,-1 0 0,0 0 0,1 1 0,-1-1 0,1 1 0,-1 0 0,1 1 0,0-1 0,-1 1 0,8 0 0,7 2 0,0 1 0,-1 1 0,1 1 0,-1 0 0,22 11 0,-30-12 0,0 1 0,0 0 0,-1 1 0,1 0 0,-1 0 0,-1 1 0,1 0 0,-1 0 0,-1 1 0,10 12 0,-1 14-1365,-12-7-5461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2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24575,'15'0'0,"20"8"0,12 10 0,13 9 0,4 9 0,-1 4 0,-12 11 0,-22 5 0,-23 1 0,-13-11-8191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2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94 24575,'1'-4'0,"-1"1"0,0-1 0,1 1 0,-1-1 0,1 1 0,0 0 0,0 0 0,1-1 0,-1 1 0,1 0 0,-1 0 0,1 0 0,0 0 0,0 0 0,0 1 0,1-1 0,-1 1 0,1-1 0,-1 1 0,1 0 0,0 0 0,0 0 0,0 0 0,0 1 0,0-1 0,0 1 0,0-1 0,0 1 0,1 0 0,3 0 0,12-3 0,1 0 0,0 1 0,0 2 0,22 0 0,-22 0 0,11 0 0,0 1 0,0 1 0,0 2 0,0 1 0,0 1 0,-1 2 0,0 1 0,52 21 0,-76-27 0,0 2 0,0-1 0,0 1 0,8 6 0,-13-9 0,0-1 0,0 1 0,-1-1 0,1 1 0,0 0 0,-1-1 0,1 1 0,0 0 0,-1 0 0,1-1 0,-1 1 0,1 0 0,-1 0 0,0 0 0,1 0 0,-1 0 0,0-1 0,0 1 0,1 0 0,-1 0 0,0 0 0,0 0 0,0 0 0,0 0 0,0 0 0,0 0 0,0 0 0,-1 0 0,1 0 0,0-1 0,0 1 0,-1 0 0,1 0 0,-1 0 0,1 0 0,-1 0 0,1-1 0,-1 1 0,1 0 0,-1-1 0,0 1 0,1 0 0,-1-1 0,0 1 0,-1 0 0,-8 6-227,-1-1-1,0-1 1,0 0-1,0 0 1,-16 3-1,-21 6-6598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3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24575,'46'15'0,"14"13"0,6 9 0,-2 13 0,-4 6 0,2 9 0,0 0 0,-4-2 0,-4-6 0,-4-4 0,-11-4 0,-19-10 0,-12-11-8191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4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890 592 24575,'10'21'0,"-1"0"0,-1 1 0,-1 0 0,-1 0 0,-1 1 0,5 40 0,-10-54 0,0 1 0,0-1 0,-1 1 0,0-1 0,0 1 0,-1-1 0,0 0 0,-6 13 0,6-17 0,0 1 0,-1-1 0,0 0 0,-1-1 0,1 1 0,-1 0 0,1-1 0,-2 0 0,1 0 0,0 0 0,-1 0 0,1-1 0,-1 0 0,-9 5 0,6-5 0,0 0 0,0-1 0,0 0 0,0 0 0,0-1 0,0 0 0,-1 0 0,1-1 0,0 0 0,-1 0 0,1-1 0,0 0 0,0-1 0,0 0 0,0 0 0,0-1 0,0 0 0,1 0 0,-10-6 0,-1 0 0,1-1 0,1-1 0,0-1 0,0 0 0,1-2 0,1 1 0,-14-17 0,9 5 0,2 0 0,0-1 0,2-1 0,1 0 0,1-1 0,1-1 0,2 1 0,-9-38 0,10 25 0,1 0 0,2 0 0,2-1 0,2 0 0,5-63 0,-1 87 0,0-1 0,2 0 0,0 1 0,1 0 0,1 0 0,15-31 0,-18 42 0,1 1 0,0 0 0,0 0 0,0 1 0,1-1 0,0 1 0,0 0 0,0 0 0,7-4 0,-8 6 0,0 1 0,1 0 0,-1 0 0,0 0 0,1 1 0,-1-1 0,1 1 0,-1 0 0,1 0 0,-1 1 0,1-1 0,0 1 0,-1 0 0,1 0 0,6 2 0,-7-1 0,1 0 0,0 1 0,0-1 0,-1 1 0,1 0 0,-1 1 0,1-1 0,-1 1 0,0 0 0,0 0 0,0 0 0,-1 0 0,1 1 0,-1-1 0,0 1 0,0 0 0,0 0 0,0 0 0,-1 1 0,1-1 0,-1 1 0,0-1 0,-1 1 0,1 0 0,-1-1 0,0 1 0,0 0 0,0 0 0,-1 0 0,1 0 0,-1 0 0,-1 0 0,1 0 0,-1 0 0,0 0 0,0 0 0,0-1 0,0 1 0,-1 0 0,0-1 0,0 1 0,0-1 0,-4 6 0,-4 3 0,-1-1 0,0 0 0,0-1 0,-1 0 0,0-1 0,-1 0 0,-1-1 0,1 0 0,-1-1 0,-1-1 0,1 0 0,-25 7 0,-5 0 0,-1-2 0,-1-2 0,-50 5 0,-19-5-1365,13-4-5461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4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38 24575,'-59'9'0,"50"-11"0,21-5 0,26-5 0,-1 4 0,-1 1 0,1 2 0,0 2 0,0 1 0,0 2 0,1 1 0,40 8 0,-58-6 0,0 2 0,0 0 0,0 1 0,-1 1 0,0 1 0,-1 0 0,0 2 0,0 0 0,0 1 0,-2 0 0,1 2 0,-2 0 0,1 0 0,19 25 0,-29-31 0,0 0 0,-1 1 0,0 0 0,0 0 0,-1 0 0,0 0 0,-1 1 0,0-1 0,0 1 0,3 14 0,-6-19 0,0 0 0,0 0 0,0-1 0,0 1 0,0 0 0,-1-1 0,0 1 0,0 0 0,0-1 0,0 1 0,0-1 0,-1 1 0,1-1 0,-1 1 0,0-1 0,0 0 0,0 0 0,-1 0 0,1 0 0,-1-1 0,1 1 0,-1-1 0,0 1 0,0-1 0,0 0 0,-1 0 0,1 0 0,-4 1 0,-5 3-341,0-2 0,0 1-1,-12 2 1,-40 5-6485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4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24575,'8'7'0,"-6"3"0,-2 0-8191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5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1 110 24575,'31'-18'0,"0"2"0,1 1 0,1 2 0,0 1 0,1 2 0,67-13 0,-87 22 0,0 0 0,1 0 0,-1 2 0,1 0 0,-1 0 0,1 2 0,-1-1 0,18 7 0,-21-5 0,-1 1 0,0 0 0,0 0 0,0 1 0,0 0 0,-1 1 0,0 0 0,-1 0 0,0 1 0,0 0 0,12 17 0,-12-15 0,-1 1 0,0 0 0,-1 1 0,0 0 0,-1 0 0,0 0 0,-1 0 0,0 1 0,-1 0 0,-1-1 0,0 1 0,0 0 0,-2 0 0,1 1 0,-3 13 0,1-16 0,-1 0 0,0-1 0,-1 0 0,0 0 0,-1 1 0,0-2 0,0 1 0,-1 0 0,0-1 0,-1 0 0,0 0 0,-1-1 0,1 0 0,-2 0 0,1 0 0,-1-1 0,0 0 0,-17 11 0,13-11 0,0 0 0,-1 0 0,0-2 0,0 1 0,0-2 0,0 0 0,-1 0 0,0-1 0,0-1 0,0 0 0,-24-1 0,31-1 0,0 0 0,1-1 0,-1 0 0,0-1 0,1 1 0,-1-1 0,1-1 0,0 1 0,-1-1 0,1 0 0,0-1 0,1 1 0,-1-1 0,1 0 0,-1-1 0,1 1 0,1-1 0,-1 0 0,1 0 0,-1 0 0,1-1 0,1 0 0,-1 1 0,1-1 0,-5-13 0,6 12 0,-1 0 0,1-1 0,0 1 0,1 0 0,0-1 0,0 1 0,1-1 0,0 0 0,0 1 0,1-1 0,-1 1 0,2-1 0,2-11 0,-2 14 0,0 0 0,0 0 0,1 0 0,0 0 0,-1 0 0,2 1 0,-1-1 0,0 1 0,1 0 0,0 0 0,0 0 0,0 0 0,1 1 0,-1-1 0,1 1 0,0 0 0,-1 1 0,2-1 0,6-2 0,-1 2 0,-1-1 0,1 2 0,1-1 0,-1 1 0,0 1 0,1 0 0,-1 1 0,0 0 0,1 1 0,-1 0 0,18 4 0,-28-5 3,0 0 0,1 1 0,-1-1 0,1 0 0,-1 1 0,0-1 0,1 1 0,-1 0-1,0-1 1,1 1 0,-1 0 0,0 0 0,0 0 0,0 0 0,0 0 0,0 0 0,0 0 0,0 0 0,0 0 0,0 0-1,-1 0 1,1 1 0,0-1 0,-1 0 0,1 1 0,-1-1 0,1 0 0,-1 1 0,0-1 0,1 1 0,-1-1-1,0 3 1,-1-1-100,0 0 0,0 0-1,0 0 1,0-1-1,-1 1 1,1 0-1,-1-1 1,0 1 0,0-1-1,0 0 1,0 0-1,0 1 1,0-1-1,-5 3 1,-31 20-6729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5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845 10 24575,'-98'-5'0,"56"1"0,-71 4 0,102 1 0,0 0 0,0 0 0,1 2 0,-1-1 0,0 1 0,1 1 0,0 0 0,0 0 0,0 1 0,1 0 0,-13 10 0,16-11 0,1 1 0,1 0 0,-1 1 0,1-1 0,0 1 0,0 0 0,0 0 0,1 0 0,0 1 0,0-1 0,1 1 0,-1 0 0,2-1 0,-1 1 0,1 0 0,0 0 0,0 0 0,1 0 0,0 0 0,0 1 0,1-1 0,-1 0 0,4 9 0,-1-1 0,1 1 0,0-1 0,1 0 0,1-1 0,0 1 0,1-1 0,1-1 0,0 1 0,17 20 0,-11-19 0,1 0 0,0-2 0,1 0 0,1 0 0,0-1 0,0-2 0,1 1 0,1-2 0,29 11 0,-17-9 0,1-2 0,-1-1 0,1-2 0,1 0 0,41 0 0,-65-5 0,0-1 0,0 0 0,-1 0 0,1-1 0,0 0 0,-1 0 0,1-1 0,0 0 0,-1 0 0,0-1 0,16-8 0,-23 10 0,0 0 0,0 1 0,0-1 0,0 0 0,0 0 0,0 0 0,0 0 0,0 0 0,0 0 0,-1 0 0,1 0 0,0-1 0,-1 1 0,1 0 0,-1 0 0,0 0 0,1-1 0,-1 1 0,0 0 0,1-1 0,-1 1 0,0 0 0,0-1 0,0 1 0,0 0 0,-1-1 0,1 1 0,0 0 0,-1-3 0,-1 0 0,0 0 0,0 0 0,-1 0 0,1 1 0,-1-1 0,1 0 0,-1 1 0,-5-4 0,-9-8 0,-1 0 0,0 2 0,0 0 0,-2 2 0,-25-13 0,-112-40 0,137 56 0,-82-29-273,-2 4 0,-1 5 0,-1 5 0,-109-11 0,145 29-6553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5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24575,'61'45'0,"27"31"0,14 17 0,-10 0 0,-21 0 0,-23-9 0,-26-10 0,-18-18-8191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6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563 859 24575,'50'0'0,"64"-1"0,-102 0 0,0-1 0,0 0 0,0 0 0,0-1 0,-1-1 0,20-8 0,-29 12 0,-1-1 0,0 1 0,0-1 0,0 0 0,1 1 0,-1-1 0,0 0 0,0 0 0,0 1 0,0-1 0,0 0 0,0 0 0,0 0 0,0 0 0,-1 0 0,1-1 0,0 1 0,-1 0 0,1 0 0,-1 0 0,1-1 0,-1 1 0,1 0 0,-1 0 0,0-1 0,1-2 0,-2 2 0,0-1 0,0 1 0,0-1 0,0 1 0,0 0 0,-1-1 0,1 1 0,-1 0 0,1 0 0,-1 0 0,0 0 0,0 0 0,-3-2 0,-24-19 0,0 1 0,-2 2 0,0 1 0,-64-27 0,24 11 0,-175-99 0,204 109 0,1-3 0,2-2 0,-60-57 0,89 77 0,1 0 0,0 0 0,0-2 0,1 1 0,0-1 0,-5-12 0,11 20 0,1 1 0,-1 0 0,1-1 0,0 1 0,0-1 0,1 1 0,-1-1 0,1 1 0,-1-1 0,1 1 0,0-1 0,1 0 0,-1 1 0,1-1 0,-1 1 0,1-1 0,0 1 0,0-1 0,1 1 0,-1 0 0,1 0 0,-1-1 0,1 1 0,0 0 0,0 0 0,1 1 0,-1-1 0,3-2 0,5-3 0,0 0 0,0 0 0,1 2 0,0-1 0,0 1 0,0 1 0,1 0 0,0 0 0,20-4 0,14-1 0,56-5 0,-97 14 0,76-9 0,1 3 0,-1 4 0,162 16 0,-229-12 14,-1 2-1,1 0 0,-1 0 0,0 1 1,0 1-1,-1 0 0,1 0 1,20 14-1,-28-16-81,-1 1 1,1 0-1,-1 0 1,0 0-1,0 1 1,0-1-1,-1 1 1,0 0-1,0 0 1,0 0-1,0 0 1,-1 1-1,1-1 1,-2 1-1,1-1 1,0 1-1,-1 0 1,0 0-1,-1-1 1,1 1-1,-2 12 1,-6 37-6759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6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74 24575,'58'-18'0,"0"2"0,1 3 0,1 3 0,0 2 0,96 0 0,-108 9 0,1 3 0,-1 1 0,0 3 0,0 2 0,-1 1 0,0 3 0,57 26 0,-80-30 0,1 2 0,35 24 0,-55-33 0,1 1 0,-1 0 0,0 0 0,0 1 0,-1-1 0,1 1 0,-1 0 0,0 0 0,0 1 0,-1-1 0,1 1 0,-1 0 0,0 0 0,-1 0 0,4 11 0,-6-14 0,0-1 0,0 1 0,0-1 0,0 1 0,0 0 0,0-1 0,-1 1 0,1 0 0,-1-1 0,0 1 0,0-1 0,0 1 0,0-1 0,0 0 0,0 1 0,-1-1 0,1 0 0,-1 0 0,0 0 0,1 0 0,-1 0 0,0 0 0,0 0 0,0-1 0,-1 1 0,1-1 0,0 1 0,-3 0 0,-6 3 0,1 0 0,-1-1 0,-1 0 0,-21 5 0,2-3 0,-59 4 0,79-9 0,0-1 0,1 0 0,-1-1 0,0 0 0,1-1 0,-1 0 0,1 0 0,-1-1 0,-10-5 0,21 8-20,-1 0 1,1 0-1,-1 0 0,1 0 0,-1-1 1,1 1-1,0 0 0,-1 0 0,1 0 0,-1 0 1,1-1-1,-1 1 0,1 0 0,0 0 0,-1-1 1,1 1-1,0 0 0,-1-1 0,1 1 1,0 0-1,-1-1 0,1 1 0,0 0 0,0-1 1,0 1-1,-1-1 0,1 1 0,0-1 0,0 1 1,0 0-1,0-1 0,0 1 0,0-1 1,0 1-1,0-1 0,0 1 0,0-1 0,0 1 1,0-1-1,0 1 0,0-1 0,0 1 0,0 0 1,0-1-1,0 1 0,1-1 0,-1 1 0,0 0 1,0-1-1,1 1 0,-1-1 0,0 1 1,1 0-1,-1-1 0,0 1 0,1 0 0,-1 0 1,0-1-1,1 1 0,-1 0 0,1 0 0,-1-1 1,0 1-1,1 0 0,-1 0 0,1 0 1,-1 0-1,1 0 0,19-8-6806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7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568 400 24575,'-5'15'0,"-1"-1"0,0 0 0,-1 0 0,-1-1 0,0 0 0,-1 0 0,0 0 0,-1-2 0,-1 1 0,0-1 0,0-1 0,-1 0 0,-15 10 0,16-12 0,-1-1 0,0-1 0,0 0 0,0-1 0,-1 0 0,0-1 0,0-1 0,0 0 0,0 0 0,-1-1 0,1-1 0,-1 0 0,1-1 0,-1-1 0,-16-2 0,20 1 0,0-1 0,0 0 0,0 0 0,0-1 0,1 0 0,-1-1 0,1 0 0,0 0 0,1-1 0,-1 0 0,1-1 0,0 0 0,1 0 0,0 0 0,0-1 0,1 0 0,-1-1 0,2 0 0,-1 1 0,1-2 0,1 1 0,0 0 0,0-1 0,-2-11 0,1 6 0,1-1 0,1 0 0,1 0 0,0-1 0,1 1 0,1 0 0,0-1 0,1 1 0,1 0 0,1 0 0,0 0 0,1 0 0,1 0 0,10-24 0,-8 26 0,1 0 0,0 0 0,1 1 0,0 0 0,1 1 0,0 0 0,1 1 0,1 0 0,0 0 0,0 1 0,1 1 0,0 0 0,0 1 0,1 0 0,0 1 0,17-5 0,-26 11 0,0 0 0,0 0 0,0 0 0,1 1 0,-1 0 0,0 0 0,11 1 0,-15-1 0,0 0 0,-1 1 0,1-1 0,0 0 0,0 0 0,0 0 0,0 1 0,0-1 0,0 0 0,0 1 0,-1-1 0,1 1 0,0-1 0,0 1 0,0 0 0,-1-1 0,1 1 0,0-1 0,-1 1 0,1 0 0,-1 0 0,1-1 0,-1 1 0,1 0 0,-1 0 0,1 0 0,-1 0 0,0 0 0,1 0 0,-1-1 0,0 1 0,0 0 0,0 0 0,0 0 0,0 0 0,0 0 0,0 0 0,0 0 0,0 0 0,0 0 0,0 0 0,-1 0 0,1 0 0,0-1 0,-1 1 0,1 0 0,-1 0 0,1 0 0,-1 0 0,0 1 0,-3 2 0,1 1 0,0-1 0,-1 1 0,0-1 0,0 0 0,0-1 0,0 1 0,-9 4 0,-45 25 0,48-27 0,-82 39-1365,0-3-5461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7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1003 24575,'-4'31'0,"-10"89"0,13-103 0,1-1 0,1 1 0,0-1 0,1 1 0,5 16 0,2-9 0,-9-24 0,0 0 0,0 0 0,0 0 0,0 0 0,0 0 0,0 1 0,0-1 0,0 0 0,0 0 0,0 0 0,0 0 0,0 0 0,0 0 0,0 0 0,0 0 0,1 0 0,-1 1 0,0-1 0,0 0 0,0 0 0,0 0 0,0 0 0,0 0 0,0 0 0,0 0 0,1 0 0,-1 0 0,0 0 0,0 0 0,0 0 0,0 0 0,0 0 0,0 0 0,0 0 0,1 0 0,-1 0 0,0 0 0,0 0 0,0 0 0,0 0 0,0 0 0,0 0 0,1 0 0,-1 0 0,0 0 0,0 0 0,0 0 0,0-1 0,0 1 0,0 0 0,0 0 0,0 0 0,0 0 0,0 0 0,1 0 0,-1 0 0,0 0 0,0 0 0,0-1 0,0 1 0,0 0 0,0 0 0,0 0 0,0 0 0,0 0 0,0 0 0,0 0 0,0-1 0,0 1 0,1-4 0,-1-1 0,0 1 0,0-1 0,0 1 0,-1-1 0,1 1 0,-1-1 0,-2-3 0,-15-50 0,-2 2 0,-29-55 0,8 18 0,37 85 0,-102-270 0,95 241 0,1 0 0,2 0 0,2 0 0,1-1 0,1-67 0,5 89 0,0 1 0,1 0 0,1 0 0,0 0 0,1 0 0,0 1 0,2 0 0,-1 0 0,11-18 0,-9 21 0,1 0 0,0 1 0,0 0 0,1 0 0,0 1 0,0 0 0,1 1 0,1 0 0,-1 1 0,1 0 0,13-7 0,5 1 0,0 2 0,0 0 0,1 2 0,0 1 0,0 2 0,43-4 0,-13 5 0,0 4 0,81 7 0,-133-5 0,26 1 0,-1 3 0,39 9 0,-64-12 0,0 0 0,0 0 0,0 1 0,-1 0 0,1 1 0,-1 0 0,0 0 0,0 1 0,0-1 0,-1 2 0,0-1 0,0 1 0,0-1 0,7 11 0,-11-13 2,0 0 0,-1 0 1,1 0-1,-1 0 0,0 0 0,0 1 0,0-1 0,0 0 0,0 1 0,-1-1 0,1 0 0,-1 1 0,0-1 1,0 1-1,-1-1 0,1 1 0,-1 2 0,-1 2-203,-1-1 1,1 0 0,-1 0-1,-1 0 1,1 0-1,-7 8 1,-38 46-6626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7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24575,'61'0'0,"35"0"0,16 0 0,13 8 0,-1 10 0,-14 17 0,-18 17 0,-24 9 0,-24 0 0,-35-2 0,-33-11 0,-13-14-8191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8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24575,'15'8'0,"13"10"0,8 1 0,-1-2-8191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09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1 24575,'1'15'0,"0"1"0,1-1 0,1 1 0,0-1 0,1 0 0,1 0 0,0 0 0,1 0 0,11 19 0,8 7 0,51 65 0,-57-81 0,-19-25 0,5 6 0,0 0 0,0 1 0,-1 0 0,0 0 0,-1 0 0,4 8 0,-7-14 0,1 1 0,-1 0 0,0 0 0,1 0 0,-1 0 0,0 0 0,0-1 0,0 1 0,-1 0 0,1 0 0,0 0 0,-1 0 0,1-1 0,-1 1 0,0 0 0,1 0 0,-1-1 0,0 1 0,0 0 0,0-1 0,0 1 0,0-1 0,-1 0 0,1 1 0,0-1 0,-1 0 0,1 0 0,-1 1 0,1-1 0,-4 1 0,-13 8 0,0-2 0,0 0 0,-1-1 0,-30 7 0,-21 8 0,43-12 0,-38 20 0,58-26 0,0 0 0,0 1 0,1 0 0,0 0 0,-1 0 0,2 0 0,-1 1 0,0 0 0,1 1 0,-4 6 0,8-11 0,0 0 0,0-1 0,0 1 0,0 0 0,0 0 0,1 0 0,-1 0 0,1 0 0,-1-1 0,1 1 0,0 0 0,0 0 0,0 0 0,0 0 0,0 0 0,0 0 0,0 0 0,1 0 0,-1 0 0,1 0 0,-1 0 0,1 0 0,0-1 0,0 1 0,0 0 0,0 0 0,0-1 0,0 1 0,0-1 0,1 1 0,-1-1 0,0 1 0,1-1 0,-1 0 0,3 2 0,5 2 0,-1 0 0,1 0 0,0-1 0,0 0 0,18 5 0,31 5 0,1-3 0,0-2 0,0-3 0,117-4 0,-170-2 0,64-4 0,-65 3 0,0 0 0,0 0 0,1 0 0,-1 0 0,0-1 0,0 0 0,0 0 0,0-1 0,7-4 0,-11 6 2,0 0-1,0 1 0,0-1 1,-1 0-1,1 0 1,0 1-1,-1-1 0,1 0 1,0 0-1,-1 0 1,1 0-1,-1 0 1,1 0-1,-1 0 0,0 0 1,1 0-1,-1 0 1,0 0-1,0 0 0,0 0 1,0 0-1,0 0 1,0 0-1,0 0 0,0 0 1,0-1-1,0 1 1,-1-1-1,0-1-157,-1 0 0,1 1-1,-1-1 1,1 0 0,-1 1 0,0 0-1,0-1 1,-4-2 0,-26-20-6670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10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24575,'-7'0'0,"12"0"0,13 0 0,27 8 0,20 3 0,22-2 0,11 7 0,5 7 0,-8 8 0,-13 6 0,-12 3 0,-19 4 0,-17 2 0,-38-7 0,-33-3 0,-33-8 0,-4-8-8191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10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0 24575,'-8'0'0,"-2"8"0,-7 17 0,-1 12 0,3 7 0,19 5 0,24-7 0,22-11 0,26-10 0,15-8 0,-1-15 0,-8-14 0,-10-13 0,-17-15 0,-26-9 0,-33-10 0,-16 5-8191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10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0 24575,'-15'38'0,"-5"20"0,1 15 0,3 3 0,-2-4 0,1 1 0,-12-12 0,-8-9 0,-5-12 0,4-15-8191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11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1 24575,'-15'7'0,"-5"11"0,0 9 0,12 7 0,22 15 0,17 5 0,10 1 0,6 7 0,-6 0 0,-9-3 0,-17-11 0,-20-14 0,-16-12 0,-4-11-8191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11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0 24575,'214'270'0,"-105"-130"0,-91-117 0,7 6 0,-2 1 0,-2 0 0,0 2 0,30 66 0,-49-95 0,-1 0 0,1 1 0,-1-1 0,0 1 0,0-1 0,-1 1 0,1 0 0,-1-1 0,0 1 0,0 0 0,0-1 0,0 1 0,0 0 0,-1-1 0,0 1 0,0 0 0,0-1 0,-3 7 0,2-6 0,-1-1 0,-1 1 0,1-1 0,0 1 0,-1-1 0,0 0 0,0 0 0,0-1 0,0 1 0,0-1 0,0 0 0,-1 0 0,-8 3 0,-20 5 0,-1-2 0,0-1 0,0-1 0,-1-2 0,0-1 0,1-2 0,-1-2 0,0-1 0,1-1 0,-1-2 0,-33-9 0,50 8-195,0 1 0,0-2 0,1 0 0,0-2 0,1 1 0,-18-13 0,-9-14-6631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12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0 209 24575,'11'-18'0,"0"1"0,1 0 0,1 1 0,1 0 0,0 1 0,1 0 0,0 1 0,33-22 0,-37 29 0,0 2 0,0-1 0,0 1 0,0 1 0,1 0 0,0 0 0,0 1 0,0 1 0,0 0 0,1 1 0,-1 0 0,0 1 0,1 0 0,-1 1 0,0 0 0,15 4 0,-12-2 0,1 2 0,-1 0 0,1 1 0,-2 0 0,29 17 0,-37-19 0,1 1 0,0 0 0,-1 0 0,0 0 0,0 0 0,-1 1 0,0 0 0,0 1 0,0-1 0,0 1 0,-1-1 0,0 1 0,5 14 0,-8-17 0,0-1 0,-1 0 0,1 0 0,-1 1 0,0-1 0,0 1 0,0-1 0,0 0 0,0 1 0,-1-1 0,0 0 0,1 0 0,-1 1 0,0-1 0,-1 0 0,1 0 0,-1 0 0,1 0 0,-1 0 0,0 0 0,0-1 0,0 1 0,0-1 0,0 1 0,-1-1 0,1 0 0,-1 0 0,-3 2 0,-4 3 0,0-1 0,0 0 0,-1-1 0,0 0 0,0-1 0,-19 5 0,-4 0 0,-55 5 0,75-12 0,1-1 0,0-1 0,-1 0 0,1-1 0,0 0 0,0-1 0,-17-5 0,28 6 0,0 1 0,0-1 0,0 0 0,0 0 0,0 0 0,0 0 0,0-1 0,0 1 0,1 0 0,-1-1 0,0 1 0,-1-3 0,2 3 0,1 0 0,-1 0 0,1 1 0,-1-1 0,1 0 0,0 0 0,-1 0 0,1 0 0,0 0 0,0 0 0,0 0 0,-1 0 0,1 0 0,0 0 0,0 0 0,1 0 0,-1 0 0,0 0 0,0 0 0,1-1 0,0 0 0,0 0 0,0 0 0,1 0 0,-1 0 0,1 0 0,0 0 0,-1 0 0,1 0 0,0 1 0,0-1 0,0 1 0,0-1 0,0 1 0,0 0 0,1 0 0,-1 0 0,0 0 0,1 0 0,-1 1 0,4-2 0,7 1 0,-1 0 0,0 1 0,0 0 0,1 0 0,-1 2 0,0-1 0,0 2 0,0-1 0,16 7 0,-12-4 0,-1 2 0,1-1 0,-1 2 0,0 0 0,0 1 0,16 12 0,-29-19-65,0 0 0,1-1 0,-1 1 0,0 0 0,0 0 0,0 0 0,0 0 0,-1 1 0,1-1 0,-1 0 0,1 1 0,-1-1 0,0 1 0,0-1 0,0 1 0,0 0 0,0-1 0,-1 1 0,1 0 0,0 4 0,-8 11-6761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12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 24575,'23'-15'0,"22"-5"0,20 9 0,12 13 0,10 14 0,-11 12 0,-18 16 0,-34 9 0,-36 2 0,-17-7-8191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13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0 24575,'16'82'0,"5"-1"0,32 82 0,74 147 0,-116-284 0,0-1 0,-2 1 0,-1 1 0,7 38 0,-14-55 0,0 1 0,-1-1 0,0 0 0,0 0 0,-1 1 0,0-1 0,-1 0 0,0 0 0,-1 0 0,0-1 0,0 1 0,-1 0 0,0-1 0,-1 0 0,-7 11 0,1-6 0,0-1 0,-1 0 0,0 0 0,-1-2 0,0 1 0,-1-2 0,0 1 0,-24 11 0,17-10 0,-2-2 0,1-1 0,-1 0 0,-1-2 0,-37 8 0,52-14 0,0 0 0,0 0 0,0 0 0,0-1 0,0-1 0,0 1 0,0-2 0,-11-2 0,14 2 0,0 0 0,1 0 0,-1 0 0,1-1 0,0 0 0,0 0 0,0-1 0,0 0 0,0 1 0,1-1 0,0-1 0,0 1 0,-6-8 0,-19-40-1365,6-2-5461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14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 75 24575,'26'-13'0,"0"1"0,1 2 0,0 0 0,1 2 0,0 1 0,51-6 0,-67 12 0,0 0 0,0 2 0,0-1 0,0 2 0,0-1 0,0 2 0,0-1 0,12 6 0,-16-5 0,-1 1 0,0-1 0,0 2 0,0-1 0,0 1 0,-1 0 0,1 0 0,-1 0 0,-1 1 0,1 0 0,-1 0 0,0 1 0,5 7 0,-6-7 0,-1-1 0,1 1 0,-1 0 0,0 0 0,-1 0 0,0 1 0,0-1 0,0 0 0,-1 1 0,0-1 0,-1 1 0,0 0 0,0-1 0,-2 16 0,0-12 0,-1 0 0,-1-1 0,0 1 0,0-1 0,-1 1 0,0-1 0,-1-1 0,0 1 0,-10 11 0,0-2 0,-1-2 0,0 0 0,-2 0 0,0-2 0,-1 0 0,0-1 0,-1-1 0,-41 18 0,19-14 24,-1-3 0,0-1 0,-1-2 0,-65 8 0,74-15-236,0-2 0,-1-1 0,1-2-1,-1-1 1,1-2 0,-39-9 0,5-8-6614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14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24575,'0'8'0,"8"2"0,9 15 0,10 10 0,8 8 0,14 11 0,-3 3 0,-8 1 0,-11-3 0,-10-10-8191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14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24575,'153'119'0,"130"106"0,-209-160 0,106 119 0,-157-158 0,-1 2 0,-2 0 0,33 60 0,-48-79 0,-1 1 0,-1-1 0,1 1 0,-2 0 0,1 0 0,-2 1 0,2 16 0,-3-21 0,0 0 0,-1 0 0,1 0 0,-1 0 0,-1 0 0,1 0 0,-1 0 0,0 0 0,-1-1 0,1 1 0,-1-1 0,0 1 0,0-1 0,-5 5 0,-2 1 0,0-1 0,0-1 0,-1 0 0,0-1 0,0 0 0,-1 0 0,0-1 0,-1-1 0,0 0 0,-15 5 0,-18 4 0,-77 15 0,86-23 24,-1-2 0,0-1 0,1-2 0,-45-3 0,62 0-173,0-1 1,1-1-1,0-1 1,-1-1-1,2-1 1,-1 0-1,1-1 1,-1-1-1,-28-18 1,-13-21-6678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15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0 245 24575,'53'-31'0,"41"-17"0,34-8 0,26 5 0,16 12 0,-4 20 0,-17 27 0,-32 29 0,-37 23 0,-39 16 0,-42 3 0,-36-13 0,-12-16-8191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15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24575,'8'0'0,"10"0"0,9 0 0,0 8 0,-5 10 0,-13 2 0,-8-2-8191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07:57:15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24575,'45'-7'0,"16"-3"-8191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85D6B-B187-EB9D-A517-582F739C3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7A7664-5F54-5468-7982-DD7566C7A2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571B7-2911-8658-0907-BB076339D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3007-EEC0-476F-AF8A-0D53270CE97A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4BDC1-7955-DEFA-4E83-40F1EC4FA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74197-E12C-2297-0EDB-89A98E50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DEC0-B640-4D80-AF38-916CE0D82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87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1335-6C48-6601-00FC-029480D27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D6297-99B5-A9F1-0525-8CA923A8F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3BB55-C371-90AC-422B-F1A75A41F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3007-EEC0-476F-AF8A-0D53270CE97A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5FE96-D67C-F08F-BB26-071E573CF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BBC76-A7B5-C5DF-6D07-7B62C203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DEC0-B640-4D80-AF38-916CE0D82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428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3BA75-F527-7B25-BBF7-0C0AE27F2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137A5-FC6E-3F64-0E1A-F386224BF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63892-C163-A737-DCD8-6F19E2DC0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3007-EEC0-476F-AF8A-0D53270CE97A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61C52-0BC5-E7B2-B3D6-F1EA3D6C1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61518-1B0B-0AD7-2A26-7D5E99502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DEC0-B640-4D80-AF38-916CE0D82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1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1F1BD-BAFF-9258-2EE5-010C668C8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1C5BB-48C8-7867-3A73-1B0A1343F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D0E13C-EF04-B1A1-1D3D-2F19D34FF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2B5DD-8F72-0932-5586-9E3C04E0D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3007-EEC0-476F-AF8A-0D53270CE97A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A5EE6-21F5-FD9E-E847-D1713176E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31755-FF2F-9E23-95D1-37D5A651F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DEC0-B640-4D80-AF38-916CE0D82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12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FD7CA-FD1D-6749-4545-EDA611CE8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8F83D-795C-DB5B-F963-98DAECD89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203B0-05B9-5826-FE0D-AB0092B00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6C24A4-CFAA-10A2-12CB-1A5ACBA05D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006F52-23A1-2480-6B16-5F4D29D72E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B3C3B1-F8D5-56EA-CA02-C834ADA3F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3007-EEC0-476F-AF8A-0D53270CE97A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2D0F7C-E3C3-07FE-C931-3286BE672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535C10-2067-5634-740E-304C5786D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DEC0-B640-4D80-AF38-916CE0D82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639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D2E4B-5729-348E-FCDC-6562AC471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76D7EB-CBAE-C07D-B8B8-B395E2F9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3007-EEC0-476F-AF8A-0D53270CE97A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1905D-421F-3AD0-65D8-3461D1E3B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98E363-3803-7109-9C12-FC2F8AC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DEC0-B640-4D80-AF38-916CE0D82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48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7E02FF-ABEE-2367-6BD0-FEAD125B8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3007-EEC0-476F-AF8A-0D53270CE97A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73AF2E-3B8C-EDD8-AB06-8E107DC52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F6A5F-298D-7469-9E14-E7148A3BA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DEC0-B640-4D80-AF38-916CE0D82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627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F6D3F-625C-E86A-80DC-CB9D253A4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D4A7B-D65A-2B5E-3660-BC0E44761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78C0C-E4F8-62AE-6E0F-04D1A74AA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DA5A1-0CA9-C0AD-B4A1-54C212DFA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3007-EEC0-476F-AF8A-0D53270CE97A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FC9FA-A5BA-C3BF-630C-F6911348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33605-95B5-4DCE-16CE-6D422D44D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DEC0-B640-4D80-AF38-916CE0D82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50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3C638-4A0E-5838-D96D-DC3AE2742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13E73F-B4BB-37B8-7DCB-167FC42964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E8C98-00A6-7824-25BE-C2F290F89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5A5AA-141D-B402-C146-FF6D700A0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3007-EEC0-476F-AF8A-0D53270CE97A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52322-F4E3-0A95-B0E4-332987FDA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AF7D3-D281-153B-F2BB-D6D8B516B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DEC0-B640-4D80-AF38-916CE0D82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783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C7C47-7E02-FFCD-F39C-6C818CE6B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F0D5C-E319-A991-5D92-40CCC1C4F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A9E74-495E-ABC0-8398-8CB401401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3007-EEC0-476F-AF8A-0D53270CE97A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EB6B1-B6EA-DEAE-2BC9-93AB24E6E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1CFE5-9E78-C3B1-8E03-473615CF0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DEC0-B640-4D80-AF38-916CE0D82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2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2F210D-2B94-2530-9870-36A0899496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A63C07-93B5-36D1-5B9D-0E067C1EA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EDCD9-308A-9FDA-6475-0BED5F36B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3007-EEC0-476F-AF8A-0D53270CE97A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64049-733C-54DF-CCDB-7E06E92DA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4F27-561C-5677-5317-55FB4E0D8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DEC0-B640-4D80-AF38-916CE0D82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570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9BB801-2365-FEA1-A4B5-7BF901682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E7120-E1B9-B5A1-5358-163A36950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4F729-34B0-2648-934C-0A1553BC57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373007-EEC0-476F-AF8A-0D53270CE97A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08B02-2333-BC4E-E5D2-07393B376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F5FA2-1C1E-1F5C-CFD1-0B6897579D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CCDEC0-B640-4D80-AF38-916CE0D82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9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42" Type="http://schemas.openxmlformats.org/officeDocument/2006/relationships/customXml" Target="../ink/ink21.xml"/><Relationship Id="rId47" Type="http://schemas.openxmlformats.org/officeDocument/2006/relationships/image" Target="../media/image24.png"/><Relationship Id="rId63" Type="http://schemas.openxmlformats.org/officeDocument/2006/relationships/image" Target="../media/image32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5.png"/><Relationship Id="rId112" Type="http://schemas.openxmlformats.org/officeDocument/2006/relationships/customXml" Target="../ink/ink56.xml"/><Relationship Id="rId16" Type="http://schemas.openxmlformats.org/officeDocument/2006/relationships/customXml" Target="../ink/ink8.xml"/><Relationship Id="rId107" Type="http://schemas.openxmlformats.org/officeDocument/2006/relationships/image" Target="../media/image54.png"/><Relationship Id="rId11" Type="http://schemas.openxmlformats.org/officeDocument/2006/relationships/image" Target="../media/image6.png"/><Relationship Id="rId32" Type="http://schemas.openxmlformats.org/officeDocument/2006/relationships/customXml" Target="../ink/ink16.xml"/><Relationship Id="rId37" Type="http://schemas.openxmlformats.org/officeDocument/2006/relationships/image" Target="../media/image19.png"/><Relationship Id="rId53" Type="http://schemas.openxmlformats.org/officeDocument/2006/relationships/image" Target="../media/image27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40.png"/><Relationship Id="rId102" Type="http://schemas.openxmlformats.org/officeDocument/2006/relationships/customXml" Target="../ink/ink51.xml"/><Relationship Id="rId5" Type="http://schemas.openxmlformats.org/officeDocument/2006/relationships/image" Target="../media/image3.png"/><Relationship Id="rId90" Type="http://schemas.openxmlformats.org/officeDocument/2006/relationships/customXml" Target="../ink/ink45.xml"/><Relationship Id="rId95" Type="http://schemas.openxmlformats.org/officeDocument/2006/relationships/image" Target="../media/image48.png"/><Relationship Id="rId22" Type="http://schemas.openxmlformats.org/officeDocument/2006/relationships/customXml" Target="../ink/ink11.xml"/><Relationship Id="rId27" Type="http://schemas.openxmlformats.org/officeDocument/2006/relationships/image" Target="../media/image14.png"/><Relationship Id="rId43" Type="http://schemas.openxmlformats.org/officeDocument/2006/relationships/image" Target="../media/image22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5.png"/><Relationship Id="rId113" Type="http://schemas.openxmlformats.org/officeDocument/2006/relationships/image" Target="../media/image57.png"/><Relationship Id="rId118" Type="http://schemas.openxmlformats.org/officeDocument/2006/relationships/customXml" Target="../ink/ink59.xml"/><Relationship Id="rId80" Type="http://schemas.openxmlformats.org/officeDocument/2006/relationships/customXml" Target="../ink/ink40.xml"/><Relationship Id="rId85" Type="http://schemas.openxmlformats.org/officeDocument/2006/relationships/image" Target="../media/image43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33" Type="http://schemas.openxmlformats.org/officeDocument/2006/relationships/image" Target="../media/image17.png"/><Relationship Id="rId38" Type="http://schemas.openxmlformats.org/officeDocument/2006/relationships/customXml" Target="../ink/ink19.xml"/><Relationship Id="rId59" Type="http://schemas.openxmlformats.org/officeDocument/2006/relationships/image" Target="../media/image30.png"/><Relationship Id="rId103" Type="http://schemas.openxmlformats.org/officeDocument/2006/relationships/image" Target="../media/image52.png"/><Relationship Id="rId108" Type="http://schemas.openxmlformats.org/officeDocument/2006/relationships/customXml" Target="../ink/ink54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8.png"/><Relationship Id="rId91" Type="http://schemas.openxmlformats.org/officeDocument/2006/relationships/image" Target="../media/image46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23" Type="http://schemas.openxmlformats.org/officeDocument/2006/relationships/image" Target="../media/image12.png"/><Relationship Id="rId28" Type="http://schemas.openxmlformats.org/officeDocument/2006/relationships/customXml" Target="../ink/ink14.xml"/><Relationship Id="rId49" Type="http://schemas.openxmlformats.org/officeDocument/2006/relationships/image" Target="../media/image25.png"/><Relationship Id="rId114" Type="http://schemas.openxmlformats.org/officeDocument/2006/relationships/customXml" Target="../ink/ink57.xml"/><Relationship Id="rId119" Type="http://schemas.openxmlformats.org/officeDocument/2006/relationships/image" Target="../media/image60.png"/><Relationship Id="rId10" Type="http://schemas.openxmlformats.org/officeDocument/2006/relationships/customXml" Target="../ink/ink5.xml"/><Relationship Id="rId31" Type="http://schemas.openxmlformats.org/officeDocument/2006/relationships/image" Target="../media/image16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3.png"/><Relationship Id="rId73" Type="http://schemas.openxmlformats.org/officeDocument/2006/relationships/image" Target="../media/image37.png"/><Relationship Id="rId78" Type="http://schemas.openxmlformats.org/officeDocument/2006/relationships/customXml" Target="../ink/ink39.xml"/><Relationship Id="rId81" Type="http://schemas.openxmlformats.org/officeDocument/2006/relationships/image" Target="../media/image41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39" Type="http://schemas.openxmlformats.org/officeDocument/2006/relationships/image" Target="../media/image20.png"/><Relationship Id="rId109" Type="http://schemas.openxmlformats.org/officeDocument/2006/relationships/image" Target="../media/image55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8.png"/><Relationship Id="rId76" Type="http://schemas.openxmlformats.org/officeDocument/2006/relationships/customXml" Target="../ink/ink38.xml"/><Relationship Id="rId97" Type="http://schemas.openxmlformats.org/officeDocument/2006/relationships/image" Target="../media/image49.png"/><Relationship Id="rId104" Type="http://schemas.openxmlformats.org/officeDocument/2006/relationships/customXml" Target="../ink/ink52.xml"/><Relationship Id="rId7" Type="http://schemas.openxmlformats.org/officeDocument/2006/relationships/image" Target="../media/image4.png"/><Relationship Id="rId71" Type="http://schemas.openxmlformats.org/officeDocument/2006/relationships/image" Target="../media/image36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5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3.png"/><Relationship Id="rId66" Type="http://schemas.openxmlformats.org/officeDocument/2006/relationships/customXml" Target="../ink/ink33.xml"/><Relationship Id="rId87" Type="http://schemas.openxmlformats.org/officeDocument/2006/relationships/image" Target="../media/image44.png"/><Relationship Id="rId110" Type="http://schemas.openxmlformats.org/officeDocument/2006/relationships/customXml" Target="../ink/ink55.xml"/><Relationship Id="rId115" Type="http://schemas.openxmlformats.org/officeDocument/2006/relationships/image" Target="../media/image58.png"/><Relationship Id="rId61" Type="http://schemas.openxmlformats.org/officeDocument/2006/relationships/image" Target="../media/image31.png"/><Relationship Id="rId82" Type="http://schemas.openxmlformats.org/officeDocument/2006/relationships/customXml" Target="../ink/ink41.xml"/><Relationship Id="rId19" Type="http://schemas.openxmlformats.org/officeDocument/2006/relationships/image" Target="../media/image10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8.png"/><Relationship Id="rId56" Type="http://schemas.openxmlformats.org/officeDocument/2006/relationships/customXml" Target="../ink/ink28.xml"/><Relationship Id="rId77" Type="http://schemas.openxmlformats.org/officeDocument/2006/relationships/image" Target="../media/image39.png"/><Relationship Id="rId100" Type="http://schemas.openxmlformats.org/officeDocument/2006/relationships/customXml" Target="../ink/ink50.xml"/><Relationship Id="rId105" Type="http://schemas.openxmlformats.org/officeDocument/2006/relationships/image" Target="../media/image53.png"/><Relationship Id="rId8" Type="http://schemas.openxmlformats.org/officeDocument/2006/relationships/customXml" Target="../ink/ink4.xml"/><Relationship Id="rId51" Type="http://schemas.openxmlformats.org/officeDocument/2006/relationships/image" Target="../media/image26.png"/><Relationship Id="rId72" Type="http://schemas.openxmlformats.org/officeDocument/2006/relationships/customXml" Target="../ink/ink36.xml"/><Relationship Id="rId93" Type="http://schemas.openxmlformats.org/officeDocument/2006/relationships/image" Target="../media/image47.png"/><Relationship Id="rId98" Type="http://schemas.openxmlformats.org/officeDocument/2006/relationships/customXml" Target="../ink/ink49.xml"/><Relationship Id="rId3" Type="http://schemas.openxmlformats.org/officeDocument/2006/relationships/image" Target="../media/image2.png"/><Relationship Id="rId25" Type="http://schemas.openxmlformats.org/officeDocument/2006/relationships/image" Target="../media/image13.png"/><Relationship Id="rId46" Type="http://schemas.openxmlformats.org/officeDocument/2006/relationships/customXml" Target="../ink/ink23.xml"/><Relationship Id="rId67" Type="http://schemas.openxmlformats.org/officeDocument/2006/relationships/image" Target="../media/image34.png"/><Relationship Id="rId116" Type="http://schemas.openxmlformats.org/officeDocument/2006/relationships/customXml" Target="../ink/ink58.xml"/><Relationship Id="rId20" Type="http://schemas.openxmlformats.org/officeDocument/2006/relationships/customXml" Target="../ink/ink10.xml"/><Relationship Id="rId41" Type="http://schemas.openxmlformats.org/officeDocument/2006/relationships/image" Target="../media/image21.png"/><Relationship Id="rId62" Type="http://schemas.openxmlformats.org/officeDocument/2006/relationships/customXml" Target="../ink/ink31.xml"/><Relationship Id="rId83" Type="http://schemas.openxmlformats.org/officeDocument/2006/relationships/image" Target="../media/image42.png"/><Relationship Id="rId88" Type="http://schemas.openxmlformats.org/officeDocument/2006/relationships/customXml" Target="../ink/ink44.xml"/><Relationship Id="rId111" Type="http://schemas.openxmlformats.org/officeDocument/2006/relationships/image" Target="../media/image56.png"/><Relationship Id="rId15" Type="http://schemas.openxmlformats.org/officeDocument/2006/relationships/image" Target="../media/image8.png"/><Relationship Id="rId36" Type="http://schemas.openxmlformats.org/officeDocument/2006/relationships/customXml" Target="../ink/ink18.xml"/><Relationship Id="rId57" Type="http://schemas.openxmlformats.org/officeDocument/2006/relationships/image" Target="../media/image29.png"/><Relationship Id="rId106" Type="http://schemas.openxmlformats.org/officeDocument/2006/relationships/customXml" Target="../ink/ink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120">
            <a:extLst>
              <a:ext uri="{FF2B5EF4-FFF2-40B4-BE49-F238E27FC236}">
                <a16:creationId xmlns:a16="http://schemas.microsoft.com/office/drawing/2014/main" id="{51D449FF-1AFF-BB5A-7BA6-186855478C70}"/>
              </a:ext>
            </a:extLst>
          </p:cNvPr>
          <p:cNvGrpSpPr/>
          <p:nvPr/>
        </p:nvGrpSpPr>
        <p:grpSpPr>
          <a:xfrm>
            <a:off x="1431615" y="-1570736"/>
            <a:ext cx="9084639" cy="8229231"/>
            <a:chOff x="1365113" y="-1330960"/>
            <a:chExt cx="9084639" cy="8229231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9F9E3B01-258E-BED7-B680-662DD2BC895C}"/>
                </a:ext>
              </a:extLst>
            </p:cNvPr>
            <p:cNvGrpSpPr/>
            <p:nvPr/>
          </p:nvGrpSpPr>
          <p:grpSpPr>
            <a:xfrm>
              <a:off x="1365113" y="-1330960"/>
              <a:ext cx="7668938" cy="8229231"/>
              <a:chOff x="1451136" y="-221447"/>
              <a:chExt cx="8465298" cy="6803141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E2134F29-1052-79A7-7B60-6F48B2275D56}"/>
                  </a:ext>
                </a:extLst>
              </p:cNvPr>
              <p:cNvSpPr/>
              <p:nvPr/>
            </p:nvSpPr>
            <p:spPr>
              <a:xfrm>
                <a:off x="5966802" y="982985"/>
                <a:ext cx="2203803" cy="751639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Preprocessor</a:t>
                </a:r>
                <a:endParaRPr 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3B65FC02-7BC5-B490-2800-E42447AEBA8B}"/>
                  </a:ext>
                </a:extLst>
              </p:cNvPr>
              <p:cNvSpPr/>
              <p:nvPr/>
            </p:nvSpPr>
            <p:spPr>
              <a:xfrm>
                <a:off x="5966803" y="2830699"/>
                <a:ext cx="2203803" cy="949291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LLM Step Grounder</a:t>
                </a:r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39F43168-BCD8-301D-10EA-72D3B092343E}"/>
                  </a:ext>
                </a:extLst>
              </p:cNvPr>
              <p:cNvSpPr/>
              <p:nvPr/>
            </p:nvSpPr>
            <p:spPr>
              <a:xfrm>
                <a:off x="5987311" y="4357328"/>
                <a:ext cx="2185517" cy="905808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Validator</a:t>
                </a: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DCF0A0B7-B04E-81F6-020A-54379451EC8A}"/>
                  </a:ext>
                </a:extLst>
              </p:cNvPr>
              <p:cNvSpPr/>
              <p:nvPr/>
            </p:nvSpPr>
            <p:spPr>
              <a:xfrm>
                <a:off x="5994231" y="5599110"/>
                <a:ext cx="2185517" cy="949292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Reports &amp; Visualization</a:t>
                </a: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224C7597-E5AA-8BF0-D06C-32269B912BB3}"/>
                  </a:ext>
                </a:extLst>
              </p:cNvPr>
              <p:cNvSpPr/>
              <p:nvPr/>
            </p:nvSpPr>
            <p:spPr>
              <a:xfrm>
                <a:off x="3636653" y="5599110"/>
                <a:ext cx="1929877" cy="941904"/>
              </a:xfrm>
              <a:prstGeom prst="roundRect">
                <a:avLst/>
              </a:prstGeom>
              <a:solidFill>
                <a:srgbClr val="FAE8A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Evaluation</a:t>
                </a:r>
              </a:p>
            </p:txBody>
          </p:sp>
          <p:sp>
            <p:nvSpPr>
              <p:cNvPr id="10" name="Rectangle: Folded Corner 9">
                <a:extLst>
                  <a:ext uri="{FF2B5EF4-FFF2-40B4-BE49-F238E27FC236}">
                    <a16:creationId xmlns:a16="http://schemas.microsoft.com/office/drawing/2014/main" id="{73B650C8-4043-AD62-0518-2283891E45B3}"/>
                  </a:ext>
                </a:extLst>
              </p:cNvPr>
              <p:cNvSpPr/>
              <p:nvPr/>
            </p:nvSpPr>
            <p:spPr>
              <a:xfrm>
                <a:off x="6632937" y="-205225"/>
                <a:ext cx="889820" cy="806244"/>
              </a:xfrm>
              <a:prstGeom prst="foldedCorner">
                <a:avLst>
                  <a:gd name="adj" fmla="val 38406"/>
                </a:avLst>
              </a:prstGeom>
              <a:noFill/>
              <a:ln w="38100" cap="flat" cmpd="sng" algn="ctr">
                <a:solidFill>
                  <a:schemeClr val="dk1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PCAP</a:t>
                </a:r>
              </a:p>
            </p:txBody>
          </p:sp>
          <p:sp>
            <p:nvSpPr>
              <p:cNvPr id="11" name="Rectangle: Folded Corner 10">
                <a:extLst>
                  <a:ext uri="{FF2B5EF4-FFF2-40B4-BE49-F238E27FC236}">
                    <a16:creationId xmlns:a16="http://schemas.microsoft.com/office/drawing/2014/main" id="{BE8906EC-44C3-390C-BA1F-C4C6B1F547A0}"/>
                  </a:ext>
                </a:extLst>
              </p:cNvPr>
              <p:cNvSpPr/>
              <p:nvPr/>
            </p:nvSpPr>
            <p:spPr>
              <a:xfrm>
                <a:off x="4121292" y="-221447"/>
                <a:ext cx="1649673" cy="953800"/>
              </a:xfrm>
              <a:prstGeom prst="foldedCorner">
                <a:avLst>
                  <a:gd name="adj" fmla="val 30191"/>
                </a:avLst>
              </a:prstGeom>
              <a:noFill/>
              <a:ln w="38100" cap="flat" cmpd="sng" algn="ctr">
                <a:solidFill>
                  <a:schemeClr val="dk1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Attack</a:t>
                </a:r>
              </a:p>
              <a:p>
                <a:pPr algn="ctr"/>
                <a:r>
                  <a:rPr lang="en-US" dirty="0"/>
                  <a:t>Description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F804A0D9-3DC0-5152-903B-1C0422A3D263}"/>
                  </a:ext>
                </a:extLst>
              </p:cNvPr>
              <p:cNvCxnSpPr>
                <a:cxnSpLocks/>
                <a:stCxn id="10" idx="2"/>
                <a:endCxn id="5" idx="0"/>
              </p:cNvCxnSpPr>
              <p:nvPr/>
            </p:nvCxnSpPr>
            <p:spPr>
              <a:xfrm flipH="1">
                <a:off x="7068704" y="601019"/>
                <a:ext cx="9143" cy="381966"/>
              </a:xfrm>
              <a:prstGeom prst="straightConnector1">
                <a:avLst/>
              </a:prstGeom>
              <a:ln w="76200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79B9A5B8-2D07-51CB-8EDD-F2CC5B6E8E2B}"/>
                  </a:ext>
                </a:extLst>
              </p:cNvPr>
              <p:cNvCxnSpPr>
                <a:cxnSpLocks/>
                <a:stCxn id="5" idx="2"/>
                <a:endCxn id="6" idx="0"/>
              </p:cNvCxnSpPr>
              <p:nvPr/>
            </p:nvCxnSpPr>
            <p:spPr>
              <a:xfrm>
                <a:off x="7068704" y="1734624"/>
                <a:ext cx="1" cy="1096075"/>
              </a:xfrm>
              <a:prstGeom prst="straightConnector1">
                <a:avLst/>
              </a:prstGeom>
              <a:ln w="76200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5D3680AB-17B1-0371-ECE9-9F4D95BB081F}"/>
                  </a:ext>
                </a:extLst>
              </p:cNvPr>
              <p:cNvCxnSpPr>
                <a:cxnSpLocks/>
                <a:stCxn id="41" idx="3"/>
                <a:endCxn id="9" idx="1"/>
              </p:cNvCxnSpPr>
              <p:nvPr/>
            </p:nvCxnSpPr>
            <p:spPr>
              <a:xfrm>
                <a:off x="2866982" y="6070062"/>
                <a:ext cx="769670" cy="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Rectangle: Folded Corner 40">
                <a:extLst>
                  <a:ext uri="{FF2B5EF4-FFF2-40B4-BE49-F238E27FC236}">
                    <a16:creationId xmlns:a16="http://schemas.microsoft.com/office/drawing/2014/main" id="{83DBE286-691C-A832-A141-6396C6C4EAE0}"/>
                  </a:ext>
                </a:extLst>
              </p:cNvPr>
              <p:cNvSpPr/>
              <p:nvPr/>
            </p:nvSpPr>
            <p:spPr>
              <a:xfrm>
                <a:off x="1451136" y="5558429"/>
                <a:ext cx="1415846" cy="1023265"/>
              </a:xfrm>
              <a:prstGeom prst="foldedCorner">
                <a:avLst>
                  <a:gd name="adj" fmla="val 30191"/>
                </a:avLst>
              </a:prstGeom>
              <a:noFill/>
              <a:ln w="38100" cap="flat" cmpd="sng" algn="ctr">
                <a:solidFill>
                  <a:schemeClr val="dk1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Manual Diagrams</a:t>
                </a:r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511FE80A-5E54-A883-2F90-BEE4513C5217}"/>
                  </a:ext>
                </a:extLst>
              </p:cNvPr>
              <p:cNvCxnSpPr>
                <a:cxnSpLocks/>
                <a:stCxn id="6" idx="2"/>
                <a:endCxn id="7" idx="0"/>
              </p:cNvCxnSpPr>
              <p:nvPr/>
            </p:nvCxnSpPr>
            <p:spPr>
              <a:xfrm>
                <a:off x="7068705" y="3779991"/>
                <a:ext cx="11365" cy="577337"/>
              </a:xfrm>
              <a:prstGeom prst="straightConnector1">
                <a:avLst/>
              </a:prstGeom>
              <a:ln w="76200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A8BD7840-1242-8C6E-0811-C0E65520A4FD}"/>
                  </a:ext>
                </a:extLst>
              </p:cNvPr>
              <p:cNvCxnSpPr>
                <a:cxnSpLocks/>
                <a:endCxn id="8" idx="0"/>
              </p:cNvCxnSpPr>
              <p:nvPr/>
            </p:nvCxnSpPr>
            <p:spPr>
              <a:xfrm>
                <a:off x="7077847" y="5244495"/>
                <a:ext cx="9142" cy="354615"/>
              </a:xfrm>
              <a:prstGeom prst="straightConnector1">
                <a:avLst/>
              </a:prstGeom>
              <a:ln w="76200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Arrow: U-Turn 46">
                <a:extLst>
                  <a:ext uri="{FF2B5EF4-FFF2-40B4-BE49-F238E27FC236}">
                    <a16:creationId xmlns:a16="http://schemas.microsoft.com/office/drawing/2014/main" id="{EF4E8DF2-F5F9-1AC1-C6FB-4C7E13D1EC97}"/>
                  </a:ext>
                </a:extLst>
              </p:cNvPr>
              <p:cNvSpPr/>
              <p:nvPr/>
            </p:nvSpPr>
            <p:spPr>
              <a:xfrm rot="5400000" flipH="1">
                <a:off x="7492375" y="1977337"/>
                <a:ext cx="1916552" cy="541809"/>
              </a:xfrm>
              <a:prstGeom prst="uturnArrow">
                <a:avLst>
                  <a:gd name="adj1" fmla="val 8225"/>
                  <a:gd name="adj2" fmla="val 16310"/>
                  <a:gd name="adj3" fmla="val 39440"/>
                  <a:gd name="adj4" fmla="val 58515"/>
                  <a:gd name="adj5" fmla="val 97955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4C2CEF5A-7F2E-01E8-ABCC-E915C69AB518}"/>
                  </a:ext>
                </a:extLst>
              </p:cNvPr>
              <p:cNvCxnSpPr>
                <a:cxnSpLocks/>
                <a:stCxn id="9" idx="3"/>
                <a:endCxn id="8" idx="1"/>
              </p:cNvCxnSpPr>
              <p:nvPr/>
            </p:nvCxnSpPr>
            <p:spPr>
              <a:xfrm>
                <a:off x="5566529" y="6070062"/>
                <a:ext cx="427701" cy="3695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prstDash val="sysDot"/>
                <a:headEnd type="oval" w="med" len="med"/>
                <a:tailEnd type="oval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Rectangle: Folded Corner 95">
                <a:extLst>
                  <a:ext uri="{FF2B5EF4-FFF2-40B4-BE49-F238E27FC236}">
                    <a16:creationId xmlns:a16="http://schemas.microsoft.com/office/drawing/2014/main" id="{19ED5474-28B0-D085-9BB8-E5D3C35CBCF0}"/>
                  </a:ext>
                </a:extLst>
              </p:cNvPr>
              <p:cNvSpPr/>
              <p:nvPr/>
            </p:nvSpPr>
            <p:spPr>
              <a:xfrm>
                <a:off x="7265944" y="1927136"/>
                <a:ext cx="1184707" cy="674957"/>
              </a:xfrm>
              <a:prstGeom prst="foldedCorner">
                <a:avLst>
                  <a:gd name="adj" fmla="val 37162"/>
                </a:avLst>
              </a:prstGeom>
              <a:noFill/>
              <a:ln w="38100" cap="flat" cmpd="sng" algn="ctr">
                <a:solidFill>
                  <a:schemeClr val="dk1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Reduced PCAP</a:t>
                </a:r>
              </a:p>
            </p:txBody>
          </p:sp>
          <p:sp>
            <p:nvSpPr>
              <p:cNvPr id="113" name="Arrow: U-Turn 112">
                <a:extLst>
                  <a:ext uri="{FF2B5EF4-FFF2-40B4-BE49-F238E27FC236}">
                    <a16:creationId xmlns:a16="http://schemas.microsoft.com/office/drawing/2014/main" id="{105E7270-8C3C-2A53-5B86-4E4C0540542B}"/>
                  </a:ext>
                </a:extLst>
              </p:cNvPr>
              <p:cNvSpPr/>
              <p:nvPr/>
            </p:nvSpPr>
            <p:spPr>
              <a:xfrm rot="5400000" flipH="1">
                <a:off x="7765428" y="3710521"/>
                <a:ext cx="1519827" cy="709476"/>
              </a:xfrm>
              <a:prstGeom prst="uturnArrow">
                <a:avLst>
                  <a:gd name="adj1" fmla="val 8225"/>
                  <a:gd name="adj2" fmla="val 16310"/>
                  <a:gd name="adj3" fmla="val 39440"/>
                  <a:gd name="adj4" fmla="val 58515"/>
                  <a:gd name="adj5" fmla="val 97955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5" name="Rectangle: Folded Corner 114">
                <a:extLst>
                  <a:ext uri="{FF2B5EF4-FFF2-40B4-BE49-F238E27FC236}">
                    <a16:creationId xmlns:a16="http://schemas.microsoft.com/office/drawing/2014/main" id="{3B03D174-1990-F6D7-2B0C-CA5CFD9343FF}"/>
                  </a:ext>
                </a:extLst>
              </p:cNvPr>
              <p:cNvSpPr/>
              <p:nvPr/>
            </p:nvSpPr>
            <p:spPr>
              <a:xfrm>
                <a:off x="5112648" y="3770127"/>
                <a:ext cx="1450314" cy="648192"/>
              </a:xfrm>
              <a:prstGeom prst="foldedCorner">
                <a:avLst>
                  <a:gd name="adj" fmla="val 37162"/>
                </a:avLst>
              </a:prstGeom>
              <a:noFill/>
              <a:ln w="38100" cap="flat" cmpd="sng" algn="ctr">
                <a:solidFill>
                  <a:schemeClr val="dk1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Steps : packets </a:t>
                </a:r>
              </a:p>
              <a:p>
                <a:pPr algn="ctr"/>
                <a:r>
                  <a:rPr lang="en-US" dirty="0" err="1"/>
                  <a:t>JSon</a:t>
                </a:r>
                <a:r>
                  <a:rPr lang="en-US" dirty="0"/>
                  <a:t> </a:t>
                </a:r>
              </a:p>
            </p:txBody>
          </p:sp>
          <p:sp>
            <p:nvSpPr>
              <p:cNvPr id="120" name="Rectangle: Folded Corner 119">
                <a:extLst>
                  <a:ext uri="{FF2B5EF4-FFF2-40B4-BE49-F238E27FC236}">
                    <a16:creationId xmlns:a16="http://schemas.microsoft.com/office/drawing/2014/main" id="{FBDAF2F4-5ED8-FF0A-3ECF-10C23412A2DC}"/>
                  </a:ext>
                </a:extLst>
              </p:cNvPr>
              <p:cNvSpPr/>
              <p:nvPr/>
            </p:nvSpPr>
            <p:spPr>
              <a:xfrm>
                <a:off x="8466120" y="5204329"/>
                <a:ext cx="1450314" cy="648192"/>
              </a:xfrm>
              <a:prstGeom prst="foldedCorner">
                <a:avLst>
                  <a:gd name="adj" fmla="val 37162"/>
                </a:avLst>
              </a:prstGeom>
              <a:noFill/>
              <a:ln w="38100" cap="flat" cmpd="sng" algn="ctr">
                <a:solidFill>
                  <a:schemeClr val="dk1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Validated </a:t>
                </a:r>
              </a:p>
              <a:p>
                <a:pPr algn="ctr"/>
                <a:r>
                  <a:rPr lang="en-US" dirty="0"/>
                  <a:t>JSON</a:t>
                </a:r>
              </a:p>
            </p:txBody>
          </p:sp>
        </p:grpSp>
        <p:cxnSp>
          <p:nvCxnSpPr>
            <p:cNvPr id="89" name="Connector: Elbow 88">
              <a:extLst>
                <a:ext uri="{FF2B5EF4-FFF2-40B4-BE49-F238E27FC236}">
                  <a16:creationId xmlns:a16="http://schemas.microsoft.com/office/drawing/2014/main" id="{18DB9392-D60B-1C1D-6852-9D0C1C909262}"/>
                </a:ext>
              </a:extLst>
            </p:cNvPr>
            <p:cNvCxnSpPr>
              <a:cxnSpLocks/>
              <a:stCxn id="11" idx="2"/>
              <a:endCxn id="6" idx="1"/>
            </p:cNvCxnSpPr>
            <p:nvPr/>
          </p:nvCxnSpPr>
          <p:spPr>
            <a:xfrm rot="16200000" flipH="1">
              <a:off x="3437475" y="916624"/>
              <a:ext cx="3112348" cy="924656"/>
            </a:xfrm>
            <a:prstGeom prst="bentConnector2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: Elbow 91">
              <a:extLst>
                <a:ext uri="{FF2B5EF4-FFF2-40B4-BE49-F238E27FC236}">
                  <a16:creationId xmlns:a16="http://schemas.microsoft.com/office/drawing/2014/main" id="{CCBD1861-8CAA-F537-75FB-2F972A9D2BFF}"/>
                </a:ext>
              </a:extLst>
            </p:cNvPr>
            <p:cNvCxnSpPr>
              <a:cxnSpLocks/>
              <a:stCxn id="11" idx="2"/>
              <a:endCxn id="7" idx="1"/>
            </p:cNvCxnSpPr>
            <p:nvPr/>
          </p:nvCxnSpPr>
          <p:spPr>
            <a:xfrm rot="16200000" flipH="1">
              <a:off x="2536590" y="1817506"/>
              <a:ext cx="4932693" cy="943235"/>
            </a:xfrm>
            <a:prstGeom prst="bentConnector2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404C1927-CF6D-6034-E967-81C1596E182B}"/>
                </a:ext>
              </a:extLst>
            </p:cNvPr>
            <p:cNvSpPr/>
            <p:nvPr/>
          </p:nvSpPr>
          <p:spPr>
            <a:xfrm>
              <a:off x="8219440" y="1167757"/>
              <a:ext cx="2072640" cy="97734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Drill-Down Loop: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Request Deeper Preprocessing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05D04D8-3DF1-930B-2DE5-AAC21AA0A701}"/>
                </a:ext>
              </a:extLst>
            </p:cNvPr>
            <p:cNvSpPr/>
            <p:nvPr/>
          </p:nvSpPr>
          <p:spPr>
            <a:xfrm>
              <a:off x="8377112" y="3489583"/>
              <a:ext cx="2072640" cy="97734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Request Corrections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22" name="Connector: Elbow 121">
              <a:extLst>
                <a:ext uri="{FF2B5EF4-FFF2-40B4-BE49-F238E27FC236}">
                  <a16:creationId xmlns:a16="http://schemas.microsoft.com/office/drawing/2014/main" id="{05F508C4-2D62-A7F4-2601-F4FBB0559543}"/>
                </a:ext>
              </a:extLst>
            </p:cNvPr>
            <p:cNvCxnSpPr>
              <a:cxnSpLocks/>
              <a:stCxn id="11" idx="2"/>
              <a:endCxn id="5" idx="1"/>
            </p:cNvCxnSpPr>
            <p:nvPr/>
          </p:nvCxnSpPr>
          <p:spPr>
            <a:xfrm rot="16200000" flipH="1">
              <a:off x="4614762" y="-260665"/>
              <a:ext cx="757770" cy="924655"/>
            </a:xfrm>
            <a:prstGeom prst="bentConnector2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43771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70EE9-DFD7-BD65-6E4B-BA319617F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:a16="http://schemas.microsoft.com/office/drawing/2014/main" id="{2E5CE7A9-6022-033B-AB5C-2CAF23563B2E}"/>
              </a:ext>
            </a:extLst>
          </p:cNvPr>
          <p:cNvGrpSpPr/>
          <p:nvPr/>
        </p:nvGrpSpPr>
        <p:grpSpPr>
          <a:xfrm>
            <a:off x="30396" y="-753978"/>
            <a:ext cx="12161604" cy="9428590"/>
            <a:chOff x="408384" y="0"/>
            <a:chExt cx="12161604" cy="9428590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19B1A71B-4EA9-AF2C-0347-4DC2DBA47E75}"/>
                </a:ext>
              </a:extLst>
            </p:cNvPr>
            <p:cNvGrpSpPr/>
            <p:nvPr/>
          </p:nvGrpSpPr>
          <p:grpSpPr>
            <a:xfrm>
              <a:off x="408384" y="0"/>
              <a:ext cx="12161604" cy="9428590"/>
              <a:chOff x="408384" y="0"/>
              <a:chExt cx="12161604" cy="9428590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0F2BA0A8-C5E0-878F-0696-C50A840C809C}"/>
                  </a:ext>
                </a:extLst>
              </p:cNvPr>
              <p:cNvSpPr/>
              <p:nvPr/>
            </p:nvSpPr>
            <p:spPr>
              <a:xfrm>
                <a:off x="2516499" y="0"/>
                <a:ext cx="7228451" cy="6857999"/>
              </a:xfrm>
              <a:prstGeom prst="roundRect">
                <a:avLst/>
              </a:prstGeom>
              <a:ln w="101600"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200" b="1" dirty="0">
                    <a:solidFill>
                      <a:schemeClr val="tx1"/>
                    </a:solidFill>
                  </a:rPr>
                  <a:t>Preprocessor</a:t>
                </a:r>
              </a:p>
              <a:p>
                <a:pPr algn="ctr"/>
                <a:endParaRPr lang="en-US" sz="7200" b="1" dirty="0">
                  <a:solidFill>
                    <a:schemeClr val="tx1"/>
                  </a:solidFill>
                </a:endParaRPr>
              </a:p>
              <a:p>
                <a:pPr algn="ctr"/>
                <a:endParaRPr lang="en-US" sz="7200" b="1" dirty="0">
                  <a:solidFill>
                    <a:schemeClr val="tx1"/>
                  </a:solidFill>
                </a:endParaRPr>
              </a:p>
              <a:p>
                <a:pPr algn="ctr"/>
                <a:endParaRPr lang="en-US" sz="7200" b="1" dirty="0">
                  <a:solidFill>
                    <a:schemeClr val="tx1"/>
                  </a:solidFill>
                </a:endParaRPr>
              </a:p>
              <a:p>
                <a:pPr algn="ctr"/>
                <a:endParaRPr lang="en-US" sz="7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14A682-67CC-86E1-E394-112E30FB1289}"/>
                  </a:ext>
                </a:extLst>
              </p:cNvPr>
              <p:cNvSpPr txBox="1"/>
              <p:nvPr/>
            </p:nvSpPr>
            <p:spPr>
              <a:xfrm>
                <a:off x="408384" y="6093155"/>
                <a:ext cx="1889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err="1"/>
                  <a:t>Filtering_limit</a:t>
                </a:r>
                <a:endParaRPr lang="en-US" b="1" dirty="0"/>
              </a:p>
            </p:txBody>
          </p:sp>
          <p:sp>
            <p:nvSpPr>
              <p:cNvPr id="17" name="Rectangle: Folded Corner 16">
                <a:extLst>
                  <a:ext uri="{FF2B5EF4-FFF2-40B4-BE49-F238E27FC236}">
                    <a16:creationId xmlns:a16="http://schemas.microsoft.com/office/drawing/2014/main" id="{3116625F-01A6-6484-7912-0064B91F42C3}"/>
                  </a:ext>
                </a:extLst>
              </p:cNvPr>
              <p:cNvSpPr/>
              <p:nvPr/>
            </p:nvSpPr>
            <p:spPr>
              <a:xfrm>
                <a:off x="798256" y="4381809"/>
                <a:ext cx="1387321" cy="975251"/>
              </a:xfrm>
              <a:prstGeom prst="foldedCorner">
                <a:avLst>
                  <a:gd name="adj" fmla="val 38406"/>
                </a:avLst>
              </a:prstGeom>
              <a:noFill/>
              <a:ln w="38100" cap="flat" cmpd="sng" algn="ctr">
                <a:solidFill>
                  <a:schemeClr val="dk1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PCAP</a:t>
                </a:r>
              </a:p>
            </p:txBody>
          </p:sp>
          <p:sp>
            <p:nvSpPr>
              <p:cNvPr id="25" name="Rectangle: Folded Corner 24">
                <a:extLst>
                  <a:ext uri="{FF2B5EF4-FFF2-40B4-BE49-F238E27FC236}">
                    <a16:creationId xmlns:a16="http://schemas.microsoft.com/office/drawing/2014/main" id="{93688E11-4662-70C5-8B49-F1D419EED3A7}"/>
                  </a:ext>
                </a:extLst>
              </p:cNvPr>
              <p:cNvSpPr/>
              <p:nvPr/>
            </p:nvSpPr>
            <p:spPr>
              <a:xfrm>
                <a:off x="773638" y="2104546"/>
                <a:ext cx="1387321" cy="1153738"/>
              </a:xfrm>
              <a:prstGeom prst="foldedCorner">
                <a:avLst>
                  <a:gd name="adj" fmla="val 30191"/>
                </a:avLst>
              </a:prstGeom>
              <a:noFill/>
              <a:ln w="38100" cap="flat" cmpd="sng" algn="ctr">
                <a:solidFill>
                  <a:schemeClr val="dk1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Attack</a:t>
                </a:r>
              </a:p>
              <a:p>
                <a:pPr algn="ctr"/>
                <a:r>
                  <a:rPr lang="en-US" dirty="0"/>
                  <a:t>Description</a:t>
                </a: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EDB3046F-2AD3-E47D-8EE7-7DEF7747A3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4109" y="2646690"/>
                <a:ext cx="870580" cy="0"/>
              </a:xfrm>
              <a:prstGeom prst="straightConnector1">
                <a:avLst/>
              </a:prstGeom>
              <a:ln w="76200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Rectangle: Folded Corner 30">
                <a:extLst>
                  <a:ext uri="{FF2B5EF4-FFF2-40B4-BE49-F238E27FC236}">
                    <a16:creationId xmlns:a16="http://schemas.microsoft.com/office/drawing/2014/main" id="{95535C05-9C5D-B484-0D86-26916C0F586E}"/>
                  </a:ext>
                </a:extLst>
              </p:cNvPr>
              <p:cNvSpPr/>
              <p:nvPr/>
            </p:nvSpPr>
            <p:spPr>
              <a:xfrm>
                <a:off x="10704433" y="4003923"/>
                <a:ext cx="1865555" cy="1507957"/>
              </a:xfrm>
              <a:prstGeom prst="foldedCorner">
                <a:avLst>
                  <a:gd name="adj" fmla="val 16621"/>
                </a:avLst>
              </a:prstGeom>
              <a:noFill/>
              <a:ln w="38100" cap="flat" cmpd="sng" algn="ctr">
                <a:solidFill>
                  <a:schemeClr val="dk1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Compression Stats</a:t>
                </a:r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839099EA-24C0-F5C1-1F7D-BBB9C54B2080}"/>
                  </a:ext>
                </a:extLst>
              </p:cNvPr>
              <p:cNvCxnSpPr>
                <a:cxnSpLocks/>
                <a:stCxn id="51" idx="3"/>
                <a:endCxn id="31" idx="1"/>
              </p:cNvCxnSpPr>
              <p:nvPr/>
            </p:nvCxnSpPr>
            <p:spPr>
              <a:xfrm flipV="1">
                <a:off x="8764725" y="4757902"/>
                <a:ext cx="1939708" cy="7901"/>
              </a:xfrm>
              <a:prstGeom prst="straightConnector1">
                <a:avLst/>
              </a:prstGeom>
              <a:ln w="76200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E288149-B4CE-F109-4AE6-F357EEBF0209}"/>
                  </a:ext>
                </a:extLst>
              </p:cNvPr>
              <p:cNvSpPr txBox="1"/>
              <p:nvPr/>
            </p:nvSpPr>
            <p:spPr>
              <a:xfrm>
                <a:off x="434235" y="6469935"/>
                <a:ext cx="1889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err="1"/>
                  <a:t>Max_Packets</a:t>
                </a:r>
                <a:endParaRPr lang="en-US" b="1" dirty="0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E6622684-94B2-86B8-EF65-42FB1ED7ABA2}"/>
                  </a:ext>
                </a:extLst>
              </p:cNvPr>
              <p:cNvSpPr/>
              <p:nvPr/>
            </p:nvSpPr>
            <p:spPr>
              <a:xfrm>
                <a:off x="3097707" y="1919737"/>
                <a:ext cx="5725441" cy="1509259"/>
              </a:xfrm>
              <a:prstGeom prst="roundRect">
                <a:avLst/>
              </a:prstGeom>
              <a:ln w="1016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solidFill>
                      <a:schemeClr val="tx1"/>
                    </a:solidFill>
                  </a:rPr>
                  <a:t>Filter Generator</a:t>
                </a:r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8BF9F6FE-7ABC-BFF4-7566-C4951DA5D92E}"/>
                  </a:ext>
                </a:extLst>
              </p:cNvPr>
              <p:cNvSpPr/>
              <p:nvPr/>
            </p:nvSpPr>
            <p:spPr>
              <a:xfrm>
                <a:off x="3156128" y="4011173"/>
                <a:ext cx="5608597" cy="1509259"/>
              </a:xfrm>
              <a:prstGeom prst="roundRect">
                <a:avLst/>
              </a:prstGeom>
              <a:ln w="101600"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32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3200" b="1" dirty="0">
                    <a:solidFill>
                      <a:schemeClr val="tx1"/>
                    </a:solidFill>
                  </a:rPr>
                  <a:t>Reducer</a:t>
                </a:r>
              </a:p>
              <a:p>
                <a:pPr algn="ctr"/>
                <a:endParaRPr lang="en-US" sz="32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7CFDFABB-25C1-2374-C600-A6C9BB2B56B0}"/>
                  </a:ext>
                </a:extLst>
              </p:cNvPr>
              <p:cNvCxnSpPr>
                <a:cxnSpLocks/>
                <a:stCxn id="45" idx="2"/>
                <a:endCxn id="51" idx="0"/>
              </p:cNvCxnSpPr>
              <p:nvPr/>
            </p:nvCxnSpPr>
            <p:spPr>
              <a:xfrm flipH="1">
                <a:off x="5960427" y="3428996"/>
                <a:ext cx="1" cy="582177"/>
              </a:xfrm>
              <a:prstGeom prst="straightConnector1">
                <a:avLst/>
              </a:prstGeom>
              <a:ln w="76200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1C71B9C-4F63-D507-CC92-9B33D993EA68}"/>
                  </a:ext>
                </a:extLst>
              </p:cNvPr>
              <p:cNvSpPr txBox="1"/>
              <p:nvPr/>
            </p:nvSpPr>
            <p:spPr>
              <a:xfrm>
                <a:off x="6086653" y="3512543"/>
                <a:ext cx="1889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err="1"/>
                  <a:t>Filter_string</a:t>
                </a:r>
                <a:endParaRPr lang="en-US" b="1" dirty="0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A1D1C48-2996-A71E-FDE2-688E7151B538}"/>
                  </a:ext>
                </a:extLst>
              </p:cNvPr>
              <p:cNvSpPr txBox="1"/>
              <p:nvPr/>
            </p:nvSpPr>
            <p:spPr>
              <a:xfrm>
                <a:off x="408384" y="5673269"/>
                <a:ext cx="1889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err="1"/>
                  <a:t>Token_Budget</a:t>
                </a:r>
                <a:endParaRPr lang="en-US" b="1" dirty="0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084CD38F-0012-C0EE-E0AC-54008B8474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8787" y="4765801"/>
                <a:ext cx="870580" cy="0"/>
              </a:xfrm>
              <a:prstGeom prst="straightConnector1">
                <a:avLst/>
              </a:prstGeom>
              <a:ln w="76200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Connector: Elbow 93">
                <a:extLst>
                  <a:ext uri="{FF2B5EF4-FFF2-40B4-BE49-F238E27FC236}">
                    <a16:creationId xmlns:a16="http://schemas.microsoft.com/office/drawing/2014/main" id="{7D078BA2-5419-1159-EF25-F3CF77635C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0628" y="5520432"/>
                <a:ext cx="3715074" cy="388501"/>
              </a:xfrm>
              <a:prstGeom prst="bentConnector2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Connector: Elbow 99">
                <a:extLst>
                  <a:ext uri="{FF2B5EF4-FFF2-40B4-BE49-F238E27FC236}">
                    <a16:creationId xmlns:a16="http://schemas.microsoft.com/office/drawing/2014/main" id="{6F38EF2B-18F5-A9E7-B904-CEFC4B865F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7119" y="5557692"/>
                <a:ext cx="4487667" cy="720129"/>
              </a:xfrm>
              <a:prstGeom prst="bentConnector3">
                <a:avLst>
                  <a:gd name="adj1" fmla="val 100046"/>
                </a:avLst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Connector: Elbow 102">
                <a:extLst>
                  <a:ext uri="{FF2B5EF4-FFF2-40B4-BE49-F238E27FC236}">
                    <a16:creationId xmlns:a16="http://schemas.microsoft.com/office/drawing/2014/main" id="{EFC4B060-E94A-5434-ADF1-164ECF8B90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22203" y="5548106"/>
                <a:ext cx="5342563" cy="1097988"/>
              </a:xfrm>
              <a:prstGeom prst="bentConnector3">
                <a:avLst>
                  <a:gd name="adj1" fmla="val 100145"/>
                </a:avLst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Connector: Elbow 117">
                <a:extLst>
                  <a:ext uri="{FF2B5EF4-FFF2-40B4-BE49-F238E27FC236}">
                    <a16:creationId xmlns:a16="http://schemas.microsoft.com/office/drawing/2014/main" id="{B55FF9B6-B7CE-0B03-EBB3-C44C94FF7901}"/>
                  </a:ext>
                </a:extLst>
              </p:cNvPr>
              <p:cNvCxnSpPr>
                <a:cxnSpLocks/>
                <a:endCxn id="133" idx="1"/>
              </p:cNvCxnSpPr>
              <p:nvPr/>
            </p:nvCxnSpPr>
            <p:spPr>
              <a:xfrm rot="5400000" flipH="1" flipV="1">
                <a:off x="9168116" y="3196415"/>
                <a:ext cx="2305654" cy="766980"/>
              </a:xfrm>
              <a:prstGeom prst="bentConnector2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Rectangle: Folded Corner 132">
                <a:extLst>
                  <a:ext uri="{FF2B5EF4-FFF2-40B4-BE49-F238E27FC236}">
                    <a16:creationId xmlns:a16="http://schemas.microsoft.com/office/drawing/2014/main" id="{D864FE0F-7EAA-27AD-0E68-F37E8F31693F}"/>
                  </a:ext>
                </a:extLst>
              </p:cNvPr>
              <p:cNvSpPr/>
              <p:nvPr/>
            </p:nvSpPr>
            <p:spPr>
              <a:xfrm>
                <a:off x="10704433" y="1673099"/>
                <a:ext cx="1865555" cy="1507957"/>
              </a:xfrm>
              <a:prstGeom prst="foldedCorner">
                <a:avLst>
                  <a:gd name="adj" fmla="val 16621"/>
                </a:avLst>
              </a:prstGeom>
              <a:noFill/>
              <a:ln w="38100" cap="flat" cmpd="sng" algn="ctr">
                <a:solidFill>
                  <a:schemeClr val="dk1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Reduced Representation</a:t>
                </a:r>
              </a:p>
            </p:txBody>
          </p:sp>
          <p:sp>
            <p:nvSpPr>
              <p:cNvPr id="135" name="Rectangle: Folded Corner 134">
                <a:extLst>
                  <a:ext uri="{FF2B5EF4-FFF2-40B4-BE49-F238E27FC236}">
                    <a16:creationId xmlns:a16="http://schemas.microsoft.com/office/drawing/2014/main" id="{BECC0EB4-E355-0323-3464-0DB0922238E0}"/>
                  </a:ext>
                </a:extLst>
              </p:cNvPr>
              <p:cNvSpPr/>
              <p:nvPr/>
            </p:nvSpPr>
            <p:spPr>
              <a:xfrm>
                <a:off x="10687806" y="6104021"/>
                <a:ext cx="1865555" cy="1507957"/>
              </a:xfrm>
              <a:prstGeom prst="foldedCorner">
                <a:avLst>
                  <a:gd name="adj" fmla="val 16621"/>
                </a:avLst>
              </a:prstGeom>
              <a:noFill/>
              <a:ln w="38100" cap="flat" cmpd="sng" algn="ctr">
                <a:solidFill>
                  <a:schemeClr val="dk1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Aggregate Metadata</a:t>
                </a:r>
              </a:p>
            </p:txBody>
          </p:sp>
          <p:sp>
            <p:nvSpPr>
              <p:cNvPr id="143" name="Rectangle: Folded Corner 142">
                <a:extLst>
                  <a:ext uri="{FF2B5EF4-FFF2-40B4-BE49-F238E27FC236}">
                    <a16:creationId xmlns:a16="http://schemas.microsoft.com/office/drawing/2014/main" id="{E1B48948-55A8-7C8F-BFC9-940FE0957A4F}"/>
                  </a:ext>
                </a:extLst>
              </p:cNvPr>
              <p:cNvSpPr/>
              <p:nvPr/>
            </p:nvSpPr>
            <p:spPr>
              <a:xfrm>
                <a:off x="10687805" y="7920633"/>
                <a:ext cx="1882183" cy="1507957"/>
              </a:xfrm>
              <a:prstGeom prst="foldedCorner">
                <a:avLst>
                  <a:gd name="adj" fmla="val 16621"/>
                </a:avLst>
              </a:prstGeom>
              <a:noFill/>
              <a:ln w="38100" cap="flat" cmpd="sng" algn="ctr">
                <a:solidFill>
                  <a:schemeClr val="dk1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Fingerprint_index</a:t>
                </a:r>
                <a:endParaRPr lang="en-US" dirty="0"/>
              </a:p>
            </p:txBody>
          </p:sp>
        </p:grpSp>
        <p:cxnSp>
          <p:nvCxnSpPr>
            <p:cNvPr id="124" name="Connector: Elbow 123">
              <a:extLst>
                <a:ext uri="{FF2B5EF4-FFF2-40B4-BE49-F238E27FC236}">
                  <a16:creationId xmlns:a16="http://schemas.microsoft.com/office/drawing/2014/main" id="{5A0FB0AB-C0B0-E086-E6F6-BF7F0C198AD5}"/>
                </a:ext>
              </a:extLst>
            </p:cNvPr>
            <p:cNvCxnSpPr>
              <a:cxnSpLocks/>
              <a:endCxn id="135" idx="1"/>
            </p:cNvCxnSpPr>
            <p:nvPr/>
          </p:nvCxnSpPr>
          <p:spPr>
            <a:xfrm rot="16200000" flipH="1">
              <a:off x="9249997" y="5420191"/>
              <a:ext cx="2125266" cy="750351"/>
            </a:xfrm>
            <a:prstGeom prst="bentConnector2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ctor: Elbow 141">
              <a:extLst>
                <a:ext uri="{FF2B5EF4-FFF2-40B4-BE49-F238E27FC236}">
                  <a16:creationId xmlns:a16="http://schemas.microsoft.com/office/drawing/2014/main" id="{B2BBBC4F-F909-C3DE-13D2-D9CF855FD53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249997" y="7236803"/>
              <a:ext cx="2125266" cy="750351"/>
            </a:xfrm>
            <a:prstGeom prst="bentConnector2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1209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1327A-9303-3E64-F3D8-497F8143A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A5DD86B-7EB5-906B-42A5-D3378232D70A}"/>
              </a:ext>
            </a:extLst>
          </p:cNvPr>
          <p:cNvGrpSpPr/>
          <p:nvPr/>
        </p:nvGrpSpPr>
        <p:grpSpPr>
          <a:xfrm>
            <a:off x="407452" y="-737936"/>
            <a:ext cx="11784548" cy="6857999"/>
            <a:chOff x="785440" y="0"/>
            <a:chExt cx="11784548" cy="685799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1944EED-016D-8FF7-DA46-EC94D3E1A800}"/>
                </a:ext>
              </a:extLst>
            </p:cNvPr>
            <p:cNvSpPr/>
            <p:nvPr/>
          </p:nvSpPr>
          <p:spPr>
            <a:xfrm>
              <a:off x="2516499" y="0"/>
              <a:ext cx="7228451" cy="6857999"/>
            </a:xfrm>
            <a:prstGeom prst="roundRect">
              <a:avLst/>
            </a:prstGeom>
            <a:ln w="101600">
              <a:solidFill>
                <a:schemeClr val="accent6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200" b="1" dirty="0">
                  <a:solidFill>
                    <a:schemeClr val="tx1"/>
                  </a:solidFill>
                </a:rPr>
                <a:t>Grounder</a:t>
              </a:r>
            </a:p>
            <a:p>
              <a:pPr algn="ctr"/>
              <a:endParaRPr lang="en-US" sz="7200" b="1" dirty="0">
                <a:solidFill>
                  <a:schemeClr val="tx1"/>
                </a:solidFill>
              </a:endParaRPr>
            </a:p>
            <a:p>
              <a:pPr algn="ctr"/>
              <a:endParaRPr lang="en-US" sz="7200" b="1" dirty="0">
                <a:solidFill>
                  <a:schemeClr val="tx1"/>
                </a:solidFill>
              </a:endParaRPr>
            </a:p>
            <a:p>
              <a:pPr algn="ctr"/>
              <a:endParaRPr lang="en-US" sz="7200" b="1" dirty="0">
                <a:solidFill>
                  <a:schemeClr val="tx1"/>
                </a:solidFill>
              </a:endParaRPr>
            </a:p>
            <a:p>
              <a:pPr algn="ctr"/>
              <a:endParaRPr lang="en-US" sz="7200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: Folded Corner 16">
              <a:extLst>
                <a:ext uri="{FF2B5EF4-FFF2-40B4-BE49-F238E27FC236}">
                  <a16:creationId xmlns:a16="http://schemas.microsoft.com/office/drawing/2014/main" id="{5527E0A3-F2AD-71CC-AA01-B981E15B02A2}"/>
                </a:ext>
              </a:extLst>
            </p:cNvPr>
            <p:cNvSpPr/>
            <p:nvPr/>
          </p:nvSpPr>
          <p:spPr>
            <a:xfrm>
              <a:off x="842613" y="3471058"/>
              <a:ext cx="1387321" cy="975251"/>
            </a:xfrm>
            <a:prstGeom prst="foldedCorner">
              <a:avLst>
                <a:gd name="adj" fmla="val 38406"/>
              </a:avLst>
            </a:prstGeom>
            <a:noFill/>
            <a:ln w="38100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Reduced</a:t>
              </a:r>
            </a:p>
            <a:p>
              <a:pPr algn="ctr"/>
              <a:r>
                <a:rPr lang="en-US" dirty="0"/>
                <a:t>PCAP</a:t>
              </a:r>
            </a:p>
          </p:txBody>
        </p:sp>
        <p:sp>
          <p:nvSpPr>
            <p:cNvPr id="25" name="Rectangle: Folded Corner 24">
              <a:extLst>
                <a:ext uri="{FF2B5EF4-FFF2-40B4-BE49-F238E27FC236}">
                  <a16:creationId xmlns:a16="http://schemas.microsoft.com/office/drawing/2014/main" id="{B2D9D314-C07F-9B9C-5004-8547ECBF75AB}"/>
                </a:ext>
              </a:extLst>
            </p:cNvPr>
            <p:cNvSpPr/>
            <p:nvPr/>
          </p:nvSpPr>
          <p:spPr>
            <a:xfrm>
              <a:off x="785440" y="1805952"/>
              <a:ext cx="1387321" cy="1153738"/>
            </a:xfrm>
            <a:prstGeom prst="foldedCorner">
              <a:avLst>
                <a:gd name="adj" fmla="val 30191"/>
              </a:avLst>
            </a:prstGeom>
            <a:noFill/>
            <a:ln w="38100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r>
                <a:rPr lang="en-US" dirty="0"/>
                <a:t>Attack</a:t>
              </a:r>
            </a:p>
            <a:p>
              <a:pPr algn="ctr"/>
              <a:r>
                <a:rPr lang="en-US" dirty="0"/>
                <a:t>Description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1E8CFD2-40CB-DC87-A4B1-CA8D6E2304D5}"/>
                </a:ext>
              </a:extLst>
            </p:cNvPr>
            <p:cNvCxnSpPr>
              <a:cxnSpLocks/>
              <a:stCxn id="25" idx="3"/>
              <a:endCxn id="45" idx="1"/>
            </p:cNvCxnSpPr>
            <p:nvPr/>
          </p:nvCxnSpPr>
          <p:spPr>
            <a:xfrm>
              <a:off x="2172761" y="2382821"/>
              <a:ext cx="924946" cy="0"/>
            </a:xfrm>
            <a:prstGeom prst="straightConnector1">
              <a:avLst/>
            </a:prstGeom>
            <a:ln w="762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: Folded Corner 30">
              <a:extLst>
                <a:ext uri="{FF2B5EF4-FFF2-40B4-BE49-F238E27FC236}">
                  <a16:creationId xmlns:a16="http://schemas.microsoft.com/office/drawing/2014/main" id="{8C137499-1F7E-DDB0-3E4D-94C53001EE12}"/>
                </a:ext>
              </a:extLst>
            </p:cNvPr>
            <p:cNvSpPr/>
            <p:nvPr/>
          </p:nvSpPr>
          <p:spPr>
            <a:xfrm>
              <a:off x="10678302" y="4752926"/>
              <a:ext cx="1865555" cy="1507957"/>
            </a:xfrm>
            <a:prstGeom prst="foldedCorner">
              <a:avLst>
                <a:gd name="adj" fmla="val 16621"/>
              </a:avLst>
            </a:prstGeom>
            <a:noFill/>
            <a:ln w="38100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300000"/>
                </a:lnSpc>
              </a:pPr>
              <a:r>
                <a:rPr lang="en-US" b="1" dirty="0"/>
                <a:t>Encoded JSON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9AFE65F-DC01-5E22-2670-4FA365E157E8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>
              <a:off x="8759333" y="5484197"/>
              <a:ext cx="1918969" cy="22708"/>
            </a:xfrm>
            <a:prstGeom prst="straightConnector1">
              <a:avLst/>
            </a:prstGeom>
            <a:ln w="762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1ABDB42F-8559-98D7-49C2-72B5CF25C2F3}"/>
                </a:ext>
              </a:extLst>
            </p:cNvPr>
            <p:cNvSpPr/>
            <p:nvPr/>
          </p:nvSpPr>
          <p:spPr>
            <a:xfrm>
              <a:off x="3097707" y="1919738"/>
              <a:ext cx="5725441" cy="926166"/>
            </a:xfrm>
            <a:prstGeom prst="roundRect">
              <a:avLst/>
            </a:prstGeom>
            <a:ln w="1016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b="1" dirty="0" err="1">
                  <a:solidFill>
                    <a:schemeClr val="tx1"/>
                  </a:solidFill>
                </a:rPr>
                <a:t>Step_Definer</a:t>
              </a:r>
              <a:endParaRPr lang="en-US" sz="3200" b="1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0BC146EC-781C-320B-A7FB-1DFF0BDB7647}"/>
                </a:ext>
              </a:extLst>
            </p:cNvPr>
            <p:cNvSpPr/>
            <p:nvPr/>
          </p:nvSpPr>
          <p:spPr>
            <a:xfrm>
              <a:off x="3156128" y="3545951"/>
              <a:ext cx="5608597" cy="825466"/>
            </a:xfrm>
            <a:prstGeom prst="roundRect">
              <a:avLst/>
            </a:prstGeom>
            <a:ln w="1016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3200" b="1" dirty="0" err="1">
                  <a:solidFill>
                    <a:schemeClr val="tx1"/>
                  </a:solidFill>
                </a:rPr>
                <a:t>Step_to_evidence</a:t>
              </a:r>
              <a:endParaRPr lang="en-US" sz="3200" b="1" dirty="0">
                <a:solidFill>
                  <a:schemeClr val="tx1"/>
                </a:solidFill>
              </a:endParaRPr>
            </a:p>
            <a:p>
              <a:pPr algn="ctr"/>
              <a:endParaRPr lang="en-US" sz="3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B4DD42DD-53E1-60DD-0EC9-C43F3C092CC1}"/>
                </a:ext>
              </a:extLst>
            </p:cNvPr>
            <p:cNvCxnSpPr>
              <a:cxnSpLocks/>
              <a:stCxn id="45" idx="2"/>
              <a:endCxn id="51" idx="0"/>
            </p:cNvCxnSpPr>
            <p:nvPr/>
          </p:nvCxnSpPr>
          <p:spPr>
            <a:xfrm flipH="1">
              <a:off x="5960427" y="2845904"/>
              <a:ext cx="1" cy="700047"/>
            </a:xfrm>
            <a:prstGeom prst="straightConnector1">
              <a:avLst/>
            </a:prstGeom>
            <a:ln w="762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AFF28B4-2C8C-FBF4-19F9-0943A52F8406}"/>
                </a:ext>
              </a:extLst>
            </p:cNvPr>
            <p:cNvSpPr txBox="1"/>
            <p:nvPr/>
          </p:nvSpPr>
          <p:spPr>
            <a:xfrm>
              <a:off x="6130724" y="2978806"/>
              <a:ext cx="29757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/>
                <a:t>Phases_Steps_dictionary</a:t>
              </a:r>
              <a:endParaRPr lang="en-US" b="1" dirty="0"/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ED68A17F-29D6-6B53-1395-B08854DBCF70}"/>
                </a:ext>
              </a:extLst>
            </p:cNvPr>
            <p:cNvCxnSpPr>
              <a:cxnSpLocks/>
              <a:stCxn id="17" idx="3"/>
              <a:endCxn id="51" idx="1"/>
            </p:cNvCxnSpPr>
            <p:nvPr/>
          </p:nvCxnSpPr>
          <p:spPr>
            <a:xfrm>
              <a:off x="2229934" y="3958684"/>
              <a:ext cx="926194" cy="0"/>
            </a:xfrm>
            <a:prstGeom prst="straightConnector1">
              <a:avLst/>
            </a:prstGeom>
            <a:ln w="762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DF4A332-3F49-A8DC-93AF-526BE0AAE319}"/>
                </a:ext>
              </a:extLst>
            </p:cNvPr>
            <p:cNvSpPr/>
            <p:nvPr/>
          </p:nvSpPr>
          <p:spPr>
            <a:xfrm>
              <a:off x="3150736" y="5094172"/>
              <a:ext cx="5608597" cy="825466"/>
            </a:xfrm>
            <a:prstGeom prst="roundRect">
              <a:avLst/>
            </a:prstGeom>
            <a:ln w="1016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3200" b="1" dirty="0">
                  <a:solidFill>
                    <a:schemeClr val="tx1"/>
                  </a:solidFill>
                </a:rPr>
                <a:t>Encode Dependencies</a:t>
              </a:r>
            </a:p>
            <a:p>
              <a:pPr algn="ctr"/>
              <a:endParaRPr lang="en-US" sz="3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2787925-E3DA-B265-DE4A-1F560F62D1FF}"/>
                </a:ext>
              </a:extLst>
            </p:cNvPr>
            <p:cNvCxnSpPr>
              <a:cxnSpLocks/>
              <a:stCxn id="51" idx="2"/>
              <a:endCxn id="12" idx="0"/>
            </p:cNvCxnSpPr>
            <p:nvPr/>
          </p:nvCxnSpPr>
          <p:spPr>
            <a:xfrm flipH="1">
              <a:off x="5955035" y="4371417"/>
              <a:ext cx="5392" cy="722755"/>
            </a:xfrm>
            <a:prstGeom prst="straightConnector1">
              <a:avLst/>
            </a:prstGeom>
            <a:ln w="762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: Folded Corner 51">
              <a:extLst>
                <a:ext uri="{FF2B5EF4-FFF2-40B4-BE49-F238E27FC236}">
                  <a16:creationId xmlns:a16="http://schemas.microsoft.com/office/drawing/2014/main" id="{790AB8E7-0721-E195-CC02-C5AC8820E8B3}"/>
                </a:ext>
              </a:extLst>
            </p:cNvPr>
            <p:cNvSpPr/>
            <p:nvPr/>
          </p:nvSpPr>
          <p:spPr>
            <a:xfrm>
              <a:off x="10704433" y="3348138"/>
              <a:ext cx="1865555" cy="610546"/>
            </a:xfrm>
            <a:prstGeom prst="foldedCorner">
              <a:avLst>
                <a:gd name="adj" fmla="val 16621"/>
              </a:avLst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>
                <a:lnSpc>
                  <a:spcPct val="300000"/>
                </a:lnSpc>
              </a:pPr>
              <a:endParaRPr lang="en-US" b="1" dirty="0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66643D5-5DDF-D815-8D49-5CAA415881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44212" y="7068492"/>
            <a:ext cx="12861934" cy="5446709"/>
          </a:xfrm>
          <a:prstGeom prst="rect">
            <a:avLst/>
          </a:prstGeom>
          <a:noFill/>
        </p:spPr>
      </p:pic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C790D6C4-DB31-5F73-9E47-C86C5BB87C19}"/>
              </a:ext>
            </a:extLst>
          </p:cNvPr>
          <p:cNvCxnSpPr>
            <a:cxnSpLocks/>
          </p:cNvCxnSpPr>
          <p:nvPr/>
        </p:nvCxnSpPr>
        <p:spPr>
          <a:xfrm flipV="1">
            <a:off x="8460890" y="3198040"/>
            <a:ext cx="2756832" cy="22708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833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4A026-9CF3-23C2-1FC4-82E12AF64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09">
            <a:extLst>
              <a:ext uri="{FF2B5EF4-FFF2-40B4-BE49-F238E27FC236}">
                <a16:creationId xmlns:a16="http://schemas.microsoft.com/office/drawing/2014/main" id="{9944EAB5-10C9-7008-E0BD-FADF0EB22E2B}"/>
              </a:ext>
            </a:extLst>
          </p:cNvPr>
          <p:cNvGrpSpPr/>
          <p:nvPr/>
        </p:nvGrpSpPr>
        <p:grpSpPr>
          <a:xfrm>
            <a:off x="407452" y="-737936"/>
            <a:ext cx="11784548" cy="6857999"/>
            <a:chOff x="785440" y="0"/>
            <a:chExt cx="11784548" cy="685799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34D87B0-2269-0B6D-B49D-30CEFD33E0D8}"/>
                </a:ext>
              </a:extLst>
            </p:cNvPr>
            <p:cNvSpPr/>
            <p:nvPr/>
          </p:nvSpPr>
          <p:spPr>
            <a:xfrm>
              <a:off x="2516499" y="0"/>
              <a:ext cx="7228451" cy="6857999"/>
            </a:xfrm>
            <a:prstGeom prst="roundRect">
              <a:avLst/>
            </a:prstGeom>
            <a:ln w="101600">
              <a:solidFill>
                <a:schemeClr val="accent6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200" b="1" dirty="0">
                  <a:solidFill>
                    <a:schemeClr val="tx1"/>
                  </a:solidFill>
                </a:rPr>
                <a:t>Grounder</a:t>
              </a:r>
            </a:p>
            <a:p>
              <a:pPr algn="ctr"/>
              <a:endParaRPr lang="en-US" sz="7200" b="1" dirty="0">
                <a:solidFill>
                  <a:schemeClr val="tx1"/>
                </a:solidFill>
              </a:endParaRPr>
            </a:p>
            <a:p>
              <a:pPr algn="ctr"/>
              <a:endParaRPr lang="en-US" sz="7200" b="1" dirty="0">
                <a:solidFill>
                  <a:schemeClr val="tx1"/>
                </a:solidFill>
              </a:endParaRPr>
            </a:p>
            <a:p>
              <a:pPr algn="ctr"/>
              <a:endParaRPr lang="en-US" sz="7200" b="1" dirty="0">
                <a:solidFill>
                  <a:schemeClr val="tx1"/>
                </a:solidFill>
              </a:endParaRPr>
            </a:p>
            <a:p>
              <a:pPr algn="ctr"/>
              <a:endParaRPr lang="en-US" sz="7200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: Folded Corner 16">
              <a:extLst>
                <a:ext uri="{FF2B5EF4-FFF2-40B4-BE49-F238E27FC236}">
                  <a16:creationId xmlns:a16="http://schemas.microsoft.com/office/drawing/2014/main" id="{5B3CF77D-1A63-A597-B515-178F57D956C0}"/>
                </a:ext>
              </a:extLst>
            </p:cNvPr>
            <p:cNvSpPr/>
            <p:nvPr/>
          </p:nvSpPr>
          <p:spPr>
            <a:xfrm>
              <a:off x="842613" y="3471058"/>
              <a:ext cx="1387321" cy="975251"/>
            </a:xfrm>
            <a:prstGeom prst="foldedCorner">
              <a:avLst>
                <a:gd name="adj" fmla="val 38406"/>
              </a:avLst>
            </a:prstGeom>
            <a:noFill/>
            <a:ln w="38100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Reduced</a:t>
              </a:r>
            </a:p>
            <a:p>
              <a:pPr algn="ctr"/>
              <a:r>
                <a:rPr lang="en-US" dirty="0"/>
                <a:t>PCAP</a:t>
              </a:r>
            </a:p>
          </p:txBody>
        </p:sp>
        <p:sp>
          <p:nvSpPr>
            <p:cNvPr id="25" name="Rectangle: Folded Corner 24">
              <a:extLst>
                <a:ext uri="{FF2B5EF4-FFF2-40B4-BE49-F238E27FC236}">
                  <a16:creationId xmlns:a16="http://schemas.microsoft.com/office/drawing/2014/main" id="{8DA87BBA-80DE-3648-97E3-DA2A3B422214}"/>
                </a:ext>
              </a:extLst>
            </p:cNvPr>
            <p:cNvSpPr/>
            <p:nvPr/>
          </p:nvSpPr>
          <p:spPr>
            <a:xfrm>
              <a:off x="785440" y="1805952"/>
              <a:ext cx="1387321" cy="1153738"/>
            </a:xfrm>
            <a:prstGeom prst="foldedCorner">
              <a:avLst>
                <a:gd name="adj" fmla="val 30191"/>
              </a:avLst>
            </a:prstGeom>
            <a:noFill/>
            <a:ln w="38100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r>
                <a:rPr lang="en-US" dirty="0"/>
                <a:t>Attack</a:t>
              </a:r>
            </a:p>
            <a:p>
              <a:pPr algn="ctr"/>
              <a:r>
                <a:rPr lang="en-US" dirty="0"/>
                <a:t>Description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27A80A4-C32C-4D91-B725-0C702020A809}"/>
                </a:ext>
              </a:extLst>
            </p:cNvPr>
            <p:cNvCxnSpPr>
              <a:cxnSpLocks/>
              <a:stCxn id="25" idx="3"/>
              <a:endCxn id="45" idx="1"/>
            </p:cNvCxnSpPr>
            <p:nvPr/>
          </p:nvCxnSpPr>
          <p:spPr>
            <a:xfrm>
              <a:off x="2172761" y="2382821"/>
              <a:ext cx="924946" cy="0"/>
            </a:xfrm>
            <a:prstGeom prst="straightConnector1">
              <a:avLst/>
            </a:prstGeom>
            <a:ln w="762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: Folded Corner 30">
              <a:extLst>
                <a:ext uri="{FF2B5EF4-FFF2-40B4-BE49-F238E27FC236}">
                  <a16:creationId xmlns:a16="http://schemas.microsoft.com/office/drawing/2014/main" id="{7FFB0930-270B-31BB-4CCD-32E7998BE60E}"/>
                </a:ext>
              </a:extLst>
            </p:cNvPr>
            <p:cNvSpPr/>
            <p:nvPr/>
          </p:nvSpPr>
          <p:spPr>
            <a:xfrm>
              <a:off x="10678302" y="4752926"/>
              <a:ext cx="1865555" cy="1507957"/>
            </a:xfrm>
            <a:prstGeom prst="foldedCorner">
              <a:avLst>
                <a:gd name="adj" fmla="val 16621"/>
              </a:avLst>
            </a:prstGeom>
            <a:noFill/>
            <a:ln w="38100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300000"/>
                </a:lnSpc>
              </a:pPr>
              <a:r>
                <a:rPr lang="en-US" b="1" dirty="0"/>
                <a:t>Encoded JSON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1FB985B-22A5-1703-3FAF-5DD13DE40A13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>
              <a:off x="8759333" y="5484197"/>
              <a:ext cx="1918969" cy="22708"/>
            </a:xfrm>
            <a:prstGeom prst="straightConnector1">
              <a:avLst/>
            </a:prstGeom>
            <a:ln w="762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F774A668-36E8-5023-D432-C0FBF68BF521}"/>
                </a:ext>
              </a:extLst>
            </p:cNvPr>
            <p:cNvSpPr/>
            <p:nvPr/>
          </p:nvSpPr>
          <p:spPr>
            <a:xfrm>
              <a:off x="3097707" y="1919738"/>
              <a:ext cx="5725441" cy="926166"/>
            </a:xfrm>
            <a:prstGeom prst="roundRect">
              <a:avLst/>
            </a:prstGeom>
            <a:ln w="1016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b="1" dirty="0" err="1">
                  <a:solidFill>
                    <a:schemeClr val="tx1"/>
                  </a:solidFill>
                </a:rPr>
                <a:t>Step_Definer</a:t>
              </a:r>
              <a:endParaRPr lang="en-US" sz="3200" b="1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818C0DA0-9226-C212-9ABD-7BA4D676A4A3}"/>
                </a:ext>
              </a:extLst>
            </p:cNvPr>
            <p:cNvSpPr/>
            <p:nvPr/>
          </p:nvSpPr>
          <p:spPr>
            <a:xfrm>
              <a:off x="3156128" y="3545951"/>
              <a:ext cx="5608597" cy="825466"/>
            </a:xfrm>
            <a:prstGeom prst="roundRect">
              <a:avLst/>
            </a:prstGeom>
            <a:ln w="1016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3200" b="1" dirty="0" err="1">
                  <a:solidFill>
                    <a:schemeClr val="tx1"/>
                  </a:solidFill>
                </a:rPr>
                <a:t>Step_to_evidence</a:t>
              </a:r>
              <a:endParaRPr lang="en-US" sz="3200" b="1" dirty="0">
                <a:solidFill>
                  <a:schemeClr val="tx1"/>
                </a:solidFill>
              </a:endParaRPr>
            </a:p>
            <a:p>
              <a:pPr algn="ctr"/>
              <a:endParaRPr lang="en-US" sz="3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C0A38609-6179-451C-5C7D-DC6988FB9284}"/>
                </a:ext>
              </a:extLst>
            </p:cNvPr>
            <p:cNvCxnSpPr>
              <a:cxnSpLocks/>
              <a:stCxn id="45" idx="2"/>
              <a:endCxn id="51" idx="0"/>
            </p:cNvCxnSpPr>
            <p:nvPr/>
          </p:nvCxnSpPr>
          <p:spPr>
            <a:xfrm flipH="1">
              <a:off x="5960427" y="2845904"/>
              <a:ext cx="1" cy="700047"/>
            </a:xfrm>
            <a:prstGeom prst="straightConnector1">
              <a:avLst/>
            </a:prstGeom>
            <a:ln w="762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4733101-72FA-4451-8E6B-FB95E51B493D}"/>
                </a:ext>
              </a:extLst>
            </p:cNvPr>
            <p:cNvSpPr txBox="1"/>
            <p:nvPr/>
          </p:nvSpPr>
          <p:spPr>
            <a:xfrm>
              <a:off x="6130724" y="2978806"/>
              <a:ext cx="29757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/>
                <a:t>Phases_Steps_dictionary</a:t>
              </a:r>
              <a:endParaRPr lang="en-US" b="1" dirty="0"/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6FE283E4-855B-EA82-F21A-E1AECB72675B}"/>
                </a:ext>
              </a:extLst>
            </p:cNvPr>
            <p:cNvCxnSpPr>
              <a:cxnSpLocks/>
              <a:stCxn id="17" idx="3"/>
              <a:endCxn id="51" idx="1"/>
            </p:cNvCxnSpPr>
            <p:nvPr/>
          </p:nvCxnSpPr>
          <p:spPr>
            <a:xfrm>
              <a:off x="2229934" y="3958684"/>
              <a:ext cx="926194" cy="0"/>
            </a:xfrm>
            <a:prstGeom prst="straightConnector1">
              <a:avLst/>
            </a:prstGeom>
            <a:ln w="762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0B46672-277E-FF98-0B60-D8398765B333}"/>
                </a:ext>
              </a:extLst>
            </p:cNvPr>
            <p:cNvSpPr/>
            <p:nvPr/>
          </p:nvSpPr>
          <p:spPr>
            <a:xfrm>
              <a:off x="3150736" y="5094172"/>
              <a:ext cx="5608597" cy="825466"/>
            </a:xfrm>
            <a:prstGeom prst="roundRect">
              <a:avLst/>
            </a:prstGeom>
            <a:ln w="1016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3200" b="1" dirty="0">
                  <a:solidFill>
                    <a:schemeClr val="tx1"/>
                  </a:solidFill>
                </a:rPr>
                <a:t>Encode Dependencies</a:t>
              </a:r>
            </a:p>
            <a:p>
              <a:pPr algn="ctr"/>
              <a:endParaRPr lang="en-US" sz="3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E5F3CCC-D6A7-D3A0-48B3-3F5BE56E928E}"/>
                </a:ext>
              </a:extLst>
            </p:cNvPr>
            <p:cNvCxnSpPr>
              <a:cxnSpLocks/>
              <a:stCxn id="51" idx="2"/>
              <a:endCxn id="12" idx="0"/>
            </p:cNvCxnSpPr>
            <p:nvPr/>
          </p:nvCxnSpPr>
          <p:spPr>
            <a:xfrm flipH="1">
              <a:off x="5955035" y="4371417"/>
              <a:ext cx="5392" cy="722755"/>
            </a:xfrm>
            <a:prstGeom prst="straightConnector1">
              <a:avLst/>
            </a:prstGeom>
            <a:ln w="762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: Folded Corner 51">
              <a:extLst>
                <a:ext uri="{FF2B5EF4-FFF2-40B4-BE49-F238E27FC236}">
                  <a16:creationId xmlns:a16="http://schemas.microsoft.com/office/drawing/2014/main" id="{5029DF4E-9112-CFD1-159D-AA8C59657277}"/>
                </a:ext>
              </a:extLst>
            </p:cNvPr>
            <p:cNvSpPr/>
            <p:nvPr/>
          </p:nvSpPr>
          <p:spPr>
            <a:xfrm>
              <a:off x="10704433" y="3348138"/>
              <a:ext cx="1865555" cy="610546"/>
            </a:xfrm>
            <a:prstGeom prst="foldedCorner">
              <a:avLst>
                <a:gd name="adj" fmla="val 16621"/>
              </a:avLst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>
                <a:lnSpc>
                  <a:spcPct val="300000"/>
                </a:lnSpc>
              </a:pPr>
              <a:endParaRPr lang="en-US" b="1" dirty="0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BB13452-82F8-00D4-432E-CD725D02A7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44212" y="7068492"/>
            <a:ext cx="12861934" cy="5446709"/>
          </a:xfrm>
          <a:prstGeom prst="rect">
            <a:avLst/>
          </a:prstGeom>
          <a:noFill/>
        </p:spPr>
      </p:pic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6A9D4277-B8E5-7AD0-C5F6-2AA89CAC4165}"/>
              </a:ext>
            </a:extLst>
          </p:cNvPr>
          <p:cNvCxnSpPr>
            <a:cxnSpLocks/>
          </p:cNvCxnSpPr>
          <p:nvPr/>
        </p:nvCxnSpPr>
        <p:spPr>
          <a:xfrm flipV="1">
            <a:off x="8460890" y="3198040"/>
            <a:ext cx="2756832" cy="22708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895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133">
            <a:extLst>
              <a:ext uri="{FF2B5EF4-FFF2-40B4-BE49-F238E27FC236}">
                <a16:creationId xmlns:a16="http://schemas.microsoft.com/office/drawing/2014/main" id="{3F121C91-276C-759A-5878-FE475AD33CB1}"/>
              </a:ext>
            </a:extLst>
          </p:cNvPr>
          <p:cNvGrpSpPr/>
          <p:nvPr/>
        </p:nvGrpSpPr>
        <p:grpSpPr>
          <a:xfrm>
            <a:off x="270963" y="562939"/>
            <a:ext cx="11480309" cy="5649434"/>
            <a:chOff x="270963" y="562939"/>
            <a:chExt cx="11480309" cy="5649434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B7528810-11E6-EE33-1988-5A84DDE581F3}"/>
                </a:ext>
              </a:extLst>
            </p:cNvPr>
            <p:cNvGrpSpPr/>
            <p:nvPr/>
          </p:nvGrpSpPr>
          <p:grpSpPr>
            <a:xfrm>
              <a:off x="440728" y="562939"/>
              <a:ext cx="11310544" cy="5649434"/>
              <a:chOff x="440728" y="562939"/>
              <a:chExt cx="11310544" cy="5649434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0D648142-56BB-82BA-D7DF-F8AE0A3EBD1E}"/>
                  </a:ext>
                </a:extLst>
              </p:cNvPr>
              <p:cNvGrpSpPr/>
              <p:nvPr/>
            </p:nvGrpSpPr>
            <p:grpSpPr>
              <a:xfrm>
                <a:off x="440728" y="562939"/>
                <a:ext cx="11310544" cy="5649434"/>
                <a:chOff x="-381664" y="431628"/>
                <a:chExt cx="10822448" cy="4456524"/>
              </a:xfrm>
            </p:grpSpPr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E46CF1DC-618F-7C8E-7E17-9BD382635CC1}"/>
                    </a:ext>
                  </a:extLst>
                </p:cNvPr>
                <p:cNvGrpSpPr/>
                <p:nvPr/>
              </p:nvGrpSpPr>
              <p:grpSpPr>
                <a:xfrm>
                  <a:off x="-381664" y="431628"/>
                  <a:ext cx="10822448" cy="4456524"/>
                  <a:chOff x="-141407" y="1"/>
                  <a:chExt cx="12711395" cy="5310715"/>
                </a:xfrm>
              </p:grpSpPr>
              <p:sp>
                <p:nvSpPr>
                  <p:cNvPr id="5" name="Rectangle: Rounded Corners 4">
                    <a:extLst>
                      <a:ext uri="{FF2B5EF4-FFF2-40B4-BE49-F238E27FC236}">
                        <a16:creationId xmlns:a16="http://schemas.microsoft.com/office/drawing/2014/main" id="{752D43D5-3F2C-4899-A7EB-6F9FBE2A6A74}"/>
                      </a:ext>
                    </a:extLst>
                  </p:cNvPr>
                  <p:cNvSpPr/>
                  <p:nvPr/>
                </p:nvSpPr>
                <p:spPr>
                  <a:xfrm>
                    <a:off x="2431931" y="1"/>
                    <a:ext cx="7228451" cy="5173681"/>
                  </a:xfrm>
                  <a:prstGeom prst="roundRect">
                    <a:avLst/>
                  </a:prstGeom>
                  <a:ln w="101600">
                    <a:solidFill>
                      <a:srgbClr val="8E20B0"/>
                    </a:solidFill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200" b="1" dirty="0">
                        <a:solidFill>
                          <a:schemeClr val="tx1"/>
                        </a:solidFill>
                      </a:rPr>
                      <a:t>Validator</a:t>
                    </a:r>
                  </a:p>
                  <a:p>
                    <a:pPr algn="ctr"/>
                    <a:endParaRPr lang="en-US" sz="7200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US" sz="7200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US" sz="72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" name="Rectangle: Folded Corner 5">
                    <a:extLst>
                      <a:ext uri="{FF2B5EF4-FFF2-40B4-BE49-F238E27FC236}">
                        <a16:creationId xmlns:a16="http://schemas.microsoft.com/office/drawing/2014/main" id="{756C8CD9-B1CE-151E-645D-59C90575D724}"/>
                      </a:ext>
                    </a:extLst>
                  </p:cNvPr>
                  <p:cNvSpPr/>
                  <p:nvPr/>
                </p:nvSpPr>
                <p:spPr>
                  <a:xfrm>
                    <a:off x="-141407" y="4335465"/>
                    <a:ext cx="1387321" cy="975251"/>
                  </a:xfrm>
                  <a:prstGeom prst="foldedCorner">
                    <a:avLst>
                      <a:gd name="adj" fmla="val 38406"/>
                    </a:avLst>
                  </a:prstGeom>
                  <a:noFill/>
                  <a:ln w="38100" cap="flat" cmpd="sng" algn="ctr">
                    <a:solidFill>
                      <a:schemeClr val="dk1"/>
                    </a:solidFill>
                    <a:prstDash val="sysDash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Reduced</a:t>
                    </a:r>
                  </a:p>
                  <a:p>
                    <a:pPr algn="ctr"/>
                    <a:r>
                      <a:rPr lang="en-US" dirty="0"/>
                      <a:t>PCAP</a:t>
                    </a:r>
                  </a:p>
                </p:txBody>
              </p:sp>
              <p:sp>
                <p:nvSpPr>
                  <p:cNvPr id="7" name="Rectangle: Folded Corner 6">
                    <a:extLst>
                      <a:ext uri="{FF2B5EF4-FFF2-40B4-BE49-F238E27FC236}">
                        <a16:creationId xmlns:a16="http://schemas.microsoft.com/office/drawing/2014/main" id="{556CB4AA-E713-2F92-0BF3-1159AE87D385}"/>
                      </a:ext>
                    </a:extLst>
                  </p:cNvPr>
                  <p:cNvSpPr/>
                  <p:nvPr/>
                </p:nvSpPr>
                <p:spPr>
                  <a:xfrm>
                    <a:off x="-141407" y="1036413"/>
                    <a:ext cx="1729199" cy="1153738"/>
                  </a:xfrm>
                  <a:prstGeom prst="foldedCorner">
                    <a:avLst>
                      <a:gd name="adj" fmla="val 30191"/>
                    </a:avLst>
                  </a:prstGeom>
                  <a:noFill/>
                  <a:ln w="38100" cap="flat" cmpd="sng" algn="ctr">
                    <a:solidFill>
                      <a:schemeClr val="dk1"/>
                    </a:solidFill>
                    <a:prstDash val="sysDash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  <a:p>
                    <a:pPr algn="ctr"/>
                    <a:r>
                      <a:rPr lang="en-US" dirty="0"/>
                      <a:t>Attack</a:t>
                    </a:r>
                  </a:p>
                  <a:p>
                    <a:pPr algn="ctr"/>
                    <a:r>
                      <a:rPr lang="en-US" dirty="0"/>
                      <a:t>Description</a:t>
                    </a:r>
                  </a:p>
                </p:txBody>
              </p:sp>
              <p:sp>
                <p:nvSpPr>
                  <p:cNvPr id="9" name="Rectangle: Folded Corner 8">
                    <a:extLst>
                      <a:ext uri="{FF2B5EF4-FFF2-40B4-BE49-F238E27FC236}">
                        <a16:creationId xmlns:a16="http://schemas.microsoft.com/office/drawing/2014/main" id="{90443F7D-F96E-0F97-FCED-91298E703F27}"/>
                      </a:ext>
                    </a:extLst>
                  </p:cNvPr>
                  <p:cNvSpPr/>
                  <p:nvPr/>
                </p:nvSpPr>
                <p:spPr>
                  <a:xfrm>
                    <a:off x="10249889" y="2257394"/>
                    <a:ext cx="1865556" cy="1880635"/>
                  </a:xfrm>
                  <a:prstGeom prst="foldedCorner">
                    <a:avLst>
                      <a:gd name="adj" fmla="val 16621"/>
                    </a:avLst>
                  </a:prstGeom>
                  <a:noFill/>
                  <a:ln w="38100" cap="flat" cmpd="sng" algn="ctr">
                    <a:solidFill>
                      <a:schemeClr val="dk1"/>
                    </a:solidFill>
                    <a:prstDash val="sysDash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lnSpc>
                        <a:spcPct val="300000"/>
                      </a:lnSpc>
                    </a:pPr>
                    <a:r>
                      <a:rPr lang="en-US" b="1" dirty="0"/>
                      <a:t>Validator assessment</a:t>
                    </a:r>
                  </a:p>
                </p:txBody>
              </p:sp>
              <p:cxnSp>
                <p:nvCxnSpPr>
                  <p:cNvPr id="10" name="Straight Arrow Connector 9">
                    <a:extLst>
                      <a:ext uri="{FF2B5EF4-FFF2-40B4-BE49-F238E27FC236}">
                        <a16:creationId xmlns:a16="http://schemas.microsoft.com/office/drawing/2014/main" id="{1C5E532D-0DE4-4CE5-AF13-A30595DADD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859976" y="3975920"/>
                    <a:ext cx="627577" cy="0"/>
                  </a:xfrm>
                  <a:prstGeom prst="straightConnector1">
                    <a:avLst/>
                  </a:prstGeom>
                  <a:ln w="76200"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" name="Rectangle: Rounded Corners 10">
                    <a:extLst>
                      <a:ext uri="{FF2B5EF4-FFF2-40B4-BE49-F238E27FC236}">
                        <a16:creationId xmlns:a16="http://schemas.microsoft.com/office/drawing/2014/main" id="{EFA8A3B5-70F3-31C2-0223-152D28EE64E5}"/>
                      </a:ext>
                    </a:extLst>
                  </p:cNvPr>
                  <p:cNvSpPr/>
                  <p:nvPr/>
                </p:nvSpPr>
                <p:spPr>
                  <a:xfrm>
                    <a:off x="3097708" y="1805953"/>
                    <a:ext cx="3741582" cy="1039951"/>
                  </a:xfrm>
                  <a:prstGeom prst="roundRect">
                    <a:avLst/>
                  </a:prstGeom>
                  <a:ln w="101600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3200" b="1" dirty="0">
                        <a:solidFill>
                          <a:schemeClr val="tx1"/>
                        </a:solidFill>
                      </a:rPr>
                      <a:t>Extraction Checker</a:t>
                    </a:r>
                  </a:p>
                </p:txBody>
              </p:sp>
              <p:sp>
                <p:nvSpPr>
                  <p:cNvPr id="12" name="Rectangle: Rounded Corners 11">
                    <a:extLst>
                      <a:ext uri="{FF2B5EF4-FFF2-40B4-BE49-F238E27FC236}">
                        <a16:creationId xmlns:a16="http://schemas.microsoft.com/office/drawing/2014/main" id="{E1E1B0D7-2634-9E92-3DE3-069C17944FE0}"/>
                      </a:ext>
                    </a:extLst>
                  </p:cNvPr>
                  <p:cNvSpPr/>
                  <p:nvPr/>
                </p:nvSpPr>
                <p:spPr>
                  <a:xfrm>
                    <a:off x="3156130" y="3723942"/>
                    <a:ext cx="3709892" cy="825466"/>
                  </a:xfrm>
                  <a:prstGeom prst="roundRect">
                    <a:avLst/>
                  </a:prstGeom>
                  <a:ln w="101600">
                    <a:solidFill>
                      <a:schemeClr val="accent5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3200" b="1" dirty="0">
                        <a:solidFill>
                          <a:schemeClr val="tx1"/>
                        </a:solidFill>
                      </a:rPr>
                      <a:t>Linkage Checker</a:t>
                    </a:r>
                  </a:p>
                </p:txBody>
              </p:sp>
              <p:cxnSp>
                <p:nvCxnSpPr>
                  <p:cNvPr id="13" name="Straight Arrow Connector 12">
                    <a:extLst>
                      <a:ext uri="{FF2B5EF4-FFF2-40B4-BE49-F238E27FC236}">
                        <a16:creationId xmlns:a16="http://schemas.microsoft.com/office/drawing/2014/main" id="{CD158556-8EA3-F47D-F131-B160F12C58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866022" y="2525660"/>
                    <a:ext cx="720295" cy="0"/>
                  </a:xfrm>
                  <a:prstGeom prst="straightConnector1">
                    <a:avLst/>
                  </a:prstGeom>
                  <a:ln w="76200"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" name="Rectangle: Folded Corner 17">
                    <a:extLst>
                      <a:ext uri="{FF2B5EF4-FFF2-40B4-BE49-F238E27FC236}">
                        <a16:creationId xmlns:a16="http://schemas.microsoft.com/office/drawing/2014/main" id="{0478C707-DE13-881C-EDF6-929BB2F28352}"/>
                      </a:ext>
                    </a:extLst>
                  </p:cNvPr>
                  <p:cNvSpPr/>
                  <p:nvPr/>
                </p:nvSpPr>
                <p:spPr>
                  <a:xfrm>
                    <a:off x="10704433" y="3348138"/>
                    <a:ext cx="1865555" cy="610546"/>
                  </a:xfrm>
                  <a:prstGeom prst="foldedCorner">
                    <a:avLst>
                      <a:gd name="adj" fmla="val 16621"/>
                    </a:avLst>
                  </a:prstGeom>
                  <a:noFill/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accent4"/>
                  </a:fontRef>
                </p:style>
                <p:txBody>
                  <a:bodyPr rtlCol="0" anchor="ctr"/>
                  <a:lstStyle/>
                  <a:p>
                    <a:pPr algn="ctr">
                      <a:lnSpc>
                        <a:spcPct val="300000"/>
                      </a:lnSpc>
                    </a:pPr>
                    <a:endParaRPr lang="en-US" b="1" dirty="0"/>
                  </a:p>
                </p:txBody>
              </p:sp>
              <p:cxnSp>
                <p:nvCxnSpPr>
                  <p:cNvPr id="63" name="Straight Arrow Connector 62">
                    <a:extLst>
                      <a:ext uri="{FF2B5EF4-FFF2-40B4-BE49-F238E27FC236}">
                        <a16:creationId xmlns:a16="http://schemas.microsoft.com/office/drawing/2014/main" id="{498B5B7A-72BD-95BF-9F1E-4424077B12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839289" y="2143218"/>
                    <a:ext cx="747028" cy="0"/>
                  </a:xfrm>
                  <a:prstGeom prst="straightConnector1">
                    <a:avLst/>
                  </a:prstGeom>
                  <a:ln w="76200"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Arrow Connector 67">
                    <a:extLst>
                      <a:ext uri="{FF2B5EF4-FFF2-40B4-BE49-F238E27FC236}">
                        <a16:creationId xmlns:a16="http://schemas.microsoft.com/office/drawing/2014/main" id="{E719111A-BE2E-4E47-FF77-52587C5809B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835973" y="4374623"/>
                    <a:ext cx="630893" cy="0"/>
                  </a:xfrm>
                  <a:prstGeom prst="straightConnector1">
                    <a:avLst/>
                  </a:prstGeom>
                  <a:ln w="76200"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Arrow Connector 129">
                    <a:extLst>
                      <a:ext uri="{FF2B5EF4-FFF2-40B4-BE49-F238E27FC236}">
                        <a16:creationId xmlns:a16="http://schemas.microsoft.com/office/drawing/2014/main" id="{BAA63A54-18BA-E0D2-C32A-6DDE7AAE77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564277" y="3197711"/>
                    <a:ext cx="720295" cy="0"/>
                  </a:xfrm>
                  <a:prstGeom prst="straightConnector1">
                    <a:avLst/>
                  </a:prstGeom>
                  <a:ln w="76200"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4" name="Connector: Elbow 53">
                  <a:extLst>
                    <a:ext uri="{FF2B5EF4-FFF2-40B4-BE49-F238E27FC236}">
                      <a16:creationId xmlns:a16="http://schemas.microsoft.com/office/drawing/2014/main" id="{066493D4-1EE2-8120-1220-90D29D1AEA38}"/>
                    </a:ext>
                  </a:extLst>
                </p:cNvPr>
                <p:cNvCxnSpPr>
                  <a:cxnSpLocks/>
                  <a:stCxn id="7" idx="3"/>
                </p:cNvCxnSpPr>
                <p:nvPr/>
              </p:nvCxnSpPr>
              <p:spPr>
                <a:xfrm>
                  <a:off x="1090572" y="1785425"/>
                  <a:ext cx="1262778" cy="493281"/>
                </a:xfrm>
                <a:prstGeom prst="bentConnector3">
                  <a:avLst>
                    <a:gd name="adj1" fmla="val 41182"/>
                  </a:avLst>
                </a:prstGeom>
                <a:ln w="762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6EC365FB-80CD-6436-52E9-FFAE93E2C77E}"/>
                    </a:ext>
                  </a:extLst>
                </p:cNvPr>
                <p:cNvSpPr txBox="1"/>
                <p:nvPr/>
              </p:nvSpPr>
              <p:spPr>
                <a:xfrm>
                  <a:off x="5912665" y="2354478"/>
                  <a:ext cx="1980651" cy="2913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800" b="1" dirty="0" err="1"/>
                    <a:t>Ex_FP</a:t>
                  </a:r>
                  <a:r>
                    <a:rPr lang="en-US" b="1" dirty="0" err="1"/>
                    <a:t>_Flags</a:t>
                  </a:r>
                  <a:endParaRPr lang="en-US" sz="1800" b="1" dirty="0"/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2A11B55F-71A7-7840-522A-A94CC7551F43}"/>
                    </a:ext>
                  </a:extLst>
                </p:cNvPr>
                <p:cNvSpPr txBox="1"/>
                <p:nvPr/>
              </p:nvSpPr>
              <p:spPr>
                <a:xfrm>
                  <a:off x="5926071" y="2059647"/>
                  <a:ext cx="1980651" cy="2913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800" b="1" dirty="0" err="1"/>
                    <a:t>Ex_FN</a:t>
                  </a:r>
                  <a:r>
                    <a:rPr lang="en-US" b="1" dirty="0" err="1"/>
                    <a:t>_Flags</a:t>
                  </a:r>
                  <a:endParaRPr lang="en-US" sz="1800" b="1" dirty="0"/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1B030620-A3E0-F48F-655F-F4B1C2CAC726}"/>
                    </a:ext>
                  </a:extLst>
                </p:cNvPr>
                <p:cNvSpPr txBox="1"/>
                <p:nvPr/>
              </p:nvSpPr>
              <p:spPr>
                <a:xfrm>
                  <a:off x="5936731" y="3924091"/>
                  <a:ext cx="1980651" cy="2913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b="1" dirty="0" err="1"/>
                    <a:t>MA</a:t>
                  </a:r>
                  <a:r>
                    <a:rPr lang="en-US" sz="1800" b="1" dirty="0" err="1"/>
                    <a:t>_FP</a:t>
                  </a:r>
                  <a:r>
                    <a:rPr lang="en-US" b="1" dirty="0" err="1"/>
                    <a:t>_Flags</a:t>
                  </a:r>
                  <a:endParaRPr lang="en-US" sz="1800" b="1" dirty="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94A5D710-6BE8-5815-F302-200446100A8C}"/>
                    </a:ext>
                  </a:extLst>
                </p:cNvPr>
                <p:cNvSpPr txBox="1"/>
                <p:nvPr/>
              </p:nvSpPr>
              <p:spPr>
                <a:xfrm>
                  <a:off x="5936731" y="3611603"/>
                  <a:ext cx="1980651" cy="2913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b="1" dirty="0" err="1"/>
                    <a:t>MA_FN_Flags</a:t>
                  </a:r>
                  <a:endParaRPr lang="en-US" sz="1800" b="1" dirty="0"/>
                </a:p>
              </p:txBody>
            </p:sp>
            <p:cxnSp>
              <p:nvCxnSpPr>
                <p:cNvPr id="87" name="Connector: Elbow 86">
                  <a:extLst>
                    <a:ext uri="{FF2B5EF4-FFF2-40B4-BE49-F238E27FC236}">
                      <a16:creationId xmlns:a16="http://schemas.microsoft.com/office/drawing/2014/main" id="{0533FAEA-33BE-C13E-6F07-1181316F86AF}"/>
                    </a:ext>
                  </a:extLst>
                </p:cNvPr>
                <p:cNvCxnSpPr>
                  <a:cxnSpLocks/>
                  <a:stCxn id="6" idx="3"/>
                  <a:endCxn id="12" idx="1"/>
                </p:cNvCxnSpPr>
                <p:nvPr/>
              </p:nvCxnSpPr>
              <p:spPr>
                <a:xfrm flipV="1">
                  <a:off x="799497" y="3902947"/>
                  <a:ext cx="1626353" cy="576011"/>
                </a:xfrm>
                <a:prstGeom prst="bentConnector3">
                  <a:avLst>
                    <a:gd name="adj1" fmla="val 50000"/>
                  </a:avLst>
                </a:prstGeom>
                <a:ln w="762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Connector: Elbow 93">
                  <a:extLst>
                    <a:ext uri="{FF2B5EF4-FFF2-40B4-BE49-F238E27FC236}">
                      <a16:creationId xmlns:a16="http://schemas.microsoft.com/office/drawing/2014/main" id="{DBFDAE8E-7D9A-216D-C012-F7C8C5BDA5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2900" y="2489901"/>
                  <a:ext cx="1440450" cy="642810"/>
                </a:xfrm>
                <a:prstGeom prst="bentConnector3">
                  <a:avLst>
                    <a:gd name="adj1" fmla="val 46687"/>
                  </a:avLst>
                </a:prstGeom>
                <a:ln w="762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Connector: Elbow 98">
                  <a:extLst>
                    <a:ext uri="{FF2B5EF4-FFF2-40B4-BE49-F238E27FC236}">
                      <a16:creationId xmlns:a16="http://schemas.microsoft.com/office/drawing/2014/main" id="{4B173325-507D-08FE-B154-FEDC3F12C9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900" y="3295643"/>
                  <a:ext cx="1512949" cy="419702"/>
                </a:xfrm>
                <a:prstGeom prst="bentConnector3">
                  <a:avLst>
                    <a:gd name="adj1" fmla="val 43691"/>
                  </a:avLst>
                </a:prstGeom>
                <a:ln w="762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9" name="Right Brace 128">
                <a:extLst>
                  <a:ext uri="{FF2B5EF4-FFF2-40B4-BE49-F238E27FC236}">
                    <a16:creationId xmlns:a16="http://schemas.microsoft.com/office/drawing/2014/main" id="{DF07D520-E0E2-98A8-DB4A-666AE3A3A9C9}"/>
                  </a:ext>
                </a:extLst>
              </p:cNvPr>
              <p:cNvSpPr/>
              <p:nvPr/>
            </p:nvSpPr>
            <p:spPr>
              <a:xfrm>
                <a:off x="8791022" y="2598508"/>
                <a:ext cx="285781" cy="2677950"/>
              </a:xfrm>
              <a:prstGeom prst="rightBrace">
                <a:avLst>
                  <a:gd name="adj1" fmla="val 69655"/>
                  <a:gd name="adj2" fmla="val 50644"/>
                </a:avLst>
              </a:prstGeom>
              <a:ln w="762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2" name="Double Brace 131">
              <a:extLst>
                <a:ext uri="{FF2B5EF4-FFF2-40B4-BE49-F238E27FC236}">
                  <a16:creationId xmlns:a16="http://schemas.microsoft.com/office/drawing/2014/main" id="{1024E3E0-7832-360D-29D4-79752ED40CC6}"/>
                </a:ext>
              </a:extLst>
            </p:cNvPr>
            <p:cNvSpPr/>
            <p:nvPr/>
          </p:nvSpPr>
          <p:spPr>
            <a:xfrm>
              <a:off x="270963" y="3476571"/>
              <a:ext cx="1654512" cy="1249062"/>
            </a:xfrm>
            <a:prstGeom prst="bracePair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Claims:</a:t>
              </a:r>
            </a:p>
            <a:p>
              <a:pPr algn="ctr"/>
              <a:r>
                <a:rPr lang="en-US" b="1" dirty="0"/>
                <a:t>groundings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5453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5D3E5AA-1E5A-76AF-7587-1908740F7835}"/>
              </a:ext>
            </a:extLst>
          </p:cNvPr>
          <p:cNvGrpSpPr/>
          <p:nvPr/>
        </p:nvGrpSpPr>
        <p:grpSpPr>
          <a:xfrm>
            <a:off x="2990211" y="898168"/>
            <a:ext cx="732240" cy="698760"/>
            <a:chOff x="2990211" y="898168"/>
            <a:chExt cx="732240" cy="69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90EABDB-8929-57AC-33B0-7FE8A411C34E}"/>
                    </a:ext>
                  </a:extLst>
                </p14:cNvPr>
                <p14:cNvContentPartPr/>
                <p14:nvPr/>
              </p14:nvContentPartPr>
              <p14:xfrm>
                <a:off x="2990211" y="948568"/>
                <a:ext cx="349560" cy="558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90EABDB-8929-57AC-33B0-7FE8A411C34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54211" y="912928"/>
                  <a:ext cx="421200" cy="63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313A3F0-6C8B-A0E4-A1BA-F319C8769452}"/>
                    </a:ext>
                  </a:extLst>
                </p14:cNvPr>
                <p14:cNvContentPartPr/>
                <p14:nvPr/>
              </p14:nvContentPartPr>
              <p14:xfrm>
                <a:off x="3063651" y="1124248"/>
                <a:ext cx="208440" cy="78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313A3F0-6C8B-A0E4-A1BA-F319C876945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28011" y="1088608"/>
                  <a:ext cx="2800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0717F88-A228-6CB3-9DB7-B961DB33EFFB}"/>
                    </a:ext>
                  </a:extLst>
                </p14:cNvPr>
                <p14:cNvContentPartPr/>
                <p14:nvPr/>
              </p14:nvContentPartPr>
              <p14:xfrm>
                <a:off x="3476571" y="898168"/>
                <a:ext cx="245880" cy="698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0717F88-A228-6CB3-9DB7-B961DB33EFF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40931" y="862528"/>
                  <a:ext cx="317520" cy="77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E249BEB-2B26-67F6-17AE-4ED340C534F1}"/>
              </a:ext>
            </a:extLst>
          </p:cNvPr>
          <p:cNvGrpSpPr/>
          <p:nvPr/>
        </p:nvGrpSpPr>
        <p:grpSpPr>
          <a:xfrm>
            <a:off x="5320851" y="857488"/>
            <a:ext cx="950040" cy="699120"/>
            <a:chOff x="5320851" y="857488"/>
            <a:chExt cx="950040" cy="69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7801501-CFC3-97E0-2D2B-EFACD73C2327}"/>
                    </a:ext>
                  </a:extLst>
                </p14:cNvPr>
                <p14:cNvContentPartPr/>
                <p14:nvPr/>
              </p14:nvContentPartPr>
              <p14:xfrm>
                <a:off x="5320851" y="946768"/>
                <a:ext cx="352080" cy="552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7801501-CFC3-97E0-2D2B-EFACD73C232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84851" y="910768"/>
                  <a:ext cx="423720" cy="62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C0D6D9D-7EF9-9658-8783-B6E4BCC3BB3D}"/>
                    </a:ext>
                  </a:extLst>
                </p14:cNvPr>
                <p14:cNvContentPartPr/>
                <p14:nvPr/>
              </p14:nvContentPartPr>
              <p14:xfrm>
                <a:off x="5454051" y="1223248"/>
                <a:ext cx="92880" cy="60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C0D6D9D-7EF9-9658-8783-B6E4BCC3BB3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418411" y="1187248"/>
                  <a:ext cx="1645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137B096-035F-CF28-4BC6-7395E4A81C9B}"/>
                    </a:ext>
                  </a:extLst>
                </p14:cNvPr>
                <p14:cNvContentPartPr/>
                <p14:nvPr/>
              </p14:nvContentPartPr>
              <p14:xfrm>
                <a:off x="6080091" y="857488"/>
                <a:ext cx="190800" cy="300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137B096-035F-CF28-4BC6-7395E4A81C9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4451" y="821488"/>
                  <a:ext cx="26244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CA1828B-1D23-E3B3-24F4-68276CEDEB47}"/>
                    </a:ext>
                  </a:extLst>
                </p14:cNvPr>
                <p14:cNvContentPartPr/>
                <p14:nvPr/>
              </p14:nvContentPartPr>
              <p14:xfrm>
                <a:off x="5966691" y="914008"/>
                <a:ext cx="17640" cy="642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CA1828B-1D23-E3B3-24F4-68276CEDEB4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30691" y="878368"/>
                  <a:ext cx="89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3ACB931-E4A9-6E15-FC0C-A837A20ECA5B}"/>
                    </a:ext>
                  </a:extLst>
                </p14:cNvPr>
                <p14:cNvContentPartPr/>
                <p14:nvPr/>
              </p14:nvContentPartPr>
              <p14:xfrm>
                <a:off x="5924571" y="880168"/>
                <a:ext cx="336240" cy="308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3ACB931-E4A9-6E15-FC0C-A837A20ECA5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88931" y="844168"/>
                  <a:ext cx="407880" cy="38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90F5766-E3AE-5F03-4C02-B33812E3652C}"/>
              </a:ext>
            </a:extLst>
          </p:cNvPr>
          <p:cNvGrpSpPr/>
          <p:nvPr/>
        </p:nvGrpSpPr>
        <p:grpSpPr>
          <a:xfrm>
            <a:off x="7876491" y="2223688"/>
            <a:ext cx="1883880" cy="657000"/>
            <a:chOff x="7876491" y="2223688"/>
            <a:chExt cx="1883880" cy="65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B25B11A-1C8A-C63A-83B5-F33F4C560573}"/>
                    </a:ext>
                  </a:extLst>
                </p14:cNvPr>
                <p14:cNvContentPartPr/>
                <p14:nvPr/>
              </p14:nvContentPartPr>
              <p14:xfrm>
                <a:off x="9512691" y="2518528"/>
                <a:ext cx="247680" cy="171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B25B11A-1C8A-C63A-83B5-F33F4C56057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06571" y="2512408"/>
                  <a:ext cx="2599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EC67683-75F2-CB24-6C3A-DA84E14DD237}"/>
                    </a:ext>
                  </a:extLst>
                </p14:cNvPr>
                <p14:cNvContentPartPr/>
                <p14:nvPr/>
              </p14:nvContentPartPr>
              <p14:xfrm>
                <a:off x="9657411" y="2662528"/>
                <a:ext cx="13680" cy="10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EC67683-75F2-CB24-6C3A-DA84E14DD23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51291" y="2656408"/>
                  <a:ext cx="259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56C1465-C0AA-6CA8-5742-8CE8995EB6E9}"/>
                    </a:ext>
                  </a:extLst>
                </p14:cNvPr>
                <p14:cNvContentPartPr/>
                <p14:nvPr/>
              </p14:nvContentPartPr>
              <p14:xfrm>
                <a:off x="9448971" y="2469928"/>
                <a:ext cx="82080" cy="159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56C1465-C0AA-6CA8-5742-8CE8995EB6E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442851" y="2463808"/>
                  <a:ext cx="943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0D2A938-2B3A-2A8C-B630-54EA24CDE885}"/>
                    </a:ext>
                  </a:extLst>
                </p14:cNvPr>
                <p14:cNvContentPartPr/>
                <p14:nvPr/>
              </p14:nvContentPartPr>
              <p14:xfrm>
                <a:off x="9335571" y="2582968"/>
                <a:ext cx="147600" cy="97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0D2A938-2B3A-2A8C-B630-54EA24CDE88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329451" y="2576848"/>
                  <a:ext cx="1598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D6CE087-8886-1AFA-B590-11AD5D02DCF0}"/>
                    </a:ext>
                  </a:extLst>
                </p14:cNvPr>
                <p14:cNvContentPartPr/>
                <p14:nvPr/>
              </p14:nvContentPartPr>
              <p14:xfrm>
                <a:off x="9199131" y="2373808"/>
                <a:ext cx="169920" cy="314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D6CE087-8886-1AFA-B590-11AD5D02DCF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93011" y="2367688"/>
                  <a:ext cx="1821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CA17217-06D3-1708-7EBE-1573F3EE7002}"/>
                    </a:ext>
                  </a:extLst>
                </p14:cNvPr>
                <p14:cNvContentPartPr/>
                <p14:nvPr/>
              </p14:nvContentPartPr>
              <p14:xfrm>
                <a:off x="9064131" y="2223688"/>
                <a:ext cx="280080" cy="551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CA17217-06D3-1708-7EBE-1573F3EE700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058011" y="2217568"/>
                  <a:ext cx="29232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6D71786-0DA1-2143-375A-613E3767B406}"/>
                    </a:ext>
                  </a:extLst>
                </p14:cNvPr>
                <p14:cNvContentPartPr/>
                <p14:nvPr/>
              </p14:nvContentPartPr>
              <p14:xfrm>
                <a:off x="9053691" y="2454088"/>
                <a:ext cx="26640" cy="558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6D71786-0DA1-2143-375A-613E3767B40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47571" y="2447968"/>
                  <a:ext cx="388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AB8071E-E52B-4CA2-D8CA-7A4248868CC6}"/>
                    </a:ext>
                  </a:extLst>
                </p14:cNvPr>
                <p14:cNvContentPartPr/>
                <p14:nvPr/>
              </p14:nvContentPartPr>
              <p14:xfrm>
                <a:off x="8806371" y="2708968"/>
                <a:ext cx="97200" cy="96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AB8071E-E52B-4CA2-D8CA-7A4248868C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800251" y="2702848"/>
                  <a:ext cx="1094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2010099-72C9-A761-BA05-20A32560854E}"/>
                    </a:ext>
                  </a:extLst>
                </p14:cNvPr>
                <p14:cNvContentPartPr/>
                <p14:nvPr/>
              </p14:nvContentPartPr>
              <p14:xfrm>
                <a:off x="8694771" y="2523208"/>
                <a:ext cx="263160" cy="300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2010099-72C9-A761-BA05-20A32560854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88651" y="2517088"/>
                  <a:ext cx="2754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EC4DF1C-F120-4D65-8CF3-30377375902E}"/>
                    </a:ext>
                  </a:extLst>
                </p14:cNvPr>
                <p14:cNvContentPartPr/>
                <p14:nvPr/>
              </p14:nvContentPartPr>
              <p14:xfrm>
                <a:off x="8646531" y="2502688"/>
                <a:ext cx="14760" cy="72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EC4DF1C-F120-4D65-8CF3-30377375902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640411" y="2496568"/>
                  <a:ext cx="270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422BF1A-AE4C-4E01-902D-FFAB1E057948}"/>
                    </a:ext>
                  </a:extLst>
                </p14:cNvPr>
                <p14:cNvContentPartPr/>
                <p14:nvPr/>
              </p14:nvContentPartPr>
              <p14:xfrm>
                <a:off x="8544291" y="2502688"/>
                <a:ext cx="102240" cy="87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422BF1A-AE4C-4E01-902D-FFAB1E05794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538171" y="2496568"/>
                  <a:ext cx="1144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2EDDF4C-8EAC-6D25-C363-3CBED890F9D2}"/>
                    </a:ext>
                  </a:extLst>
                </p14:cNvPr>
                <p14:cNvContentPartPr/>
                <p14:nvPr/>
              </p14:nvContentPartPr>
              <p14:xfrm>
                <a:off x="8315691" y="2515288"/>
                <a:ext cx="173520" cy="365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2EDDF4C-8EAC-6D25-C363-3CBED890F9D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309571" y="2509168"/>
                  <a:ext cx="18576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35CB7E4-2F24-21CB-27D2-071ADF0667AB}"/>
                    </a:ext>
                  </a:extLst>
                </p14:cNvPr>
                <p14:cNvContentPartPr/>
                <p14:nvPr/>
              </p14:nvContentPartPr>
              <p14:xfrm>
                <a:off x="8149371" y="2646688"/>
                <a:ext cx="156960" cy="217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35CB7E4-2F24-21CB-27D2-071ADF0667A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143251" y="2640568"/>
                  <a:ext cx="1692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A466437-A19A-AD44-5B02-8F1FA23F8E40}"/>
                    </a:ext>
                  </a:extLst>
                </p14:cNvPr>
                <p14:cNvContentPartPr/>
                <p14:nvPr/>
              </p14:nvContentPartPr>
              <p14:xfrm>
                <a:off x="7876491" y="2750728"/>
                <a:ext cx="290520" cy="129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A466437-A19A-AD44-5B02-8F1FA23F8E4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70371" y="2744608"/>
                  <a:ext cx="30276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1184936-0ECA-12AE-9446-76C6312FF4B9}"/>
              </a:ext>
            </a:extLst>
          </p:cNvPr>
          <p:cNvGrpSpPr/>
          <p:nvPr/>
        </p:nvGrpSpPr>
        <p:grpSpPr>
          <a:xfrm>
            <a:off x="5502651" y="2708968"/>
            <a:ext cx="1935360" cy="524880"/>
            <a:chOff x="5502651" y="2708968"/>
            <a:chExt cx="1935360" cy="52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366C12D-8895-71D3-E349-D754A2A1CAA7}"/>
                    </a:ext>
                  </a:extLst>
                </p14:cNvPr>
                <p14:cNvContentPartPr/>
                <p14:nvPr/>
              </p14:nvContentPartPr>
              <p14:xfrm>
                <a:off x="7251171" y="2775568"/>
                <a:ext cx="186840" cy="259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366C12D-8895-71D3-E349-D754A2A1CAA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245051" y="2769448"/>
                  <a:ext cx="1990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7C4168A-C8A4-AB59-F416-FF4C37482163}"/>
                    </a:ext>
                  </a:extLst>
                </p14:cNvPr>
                <p14:cNvContentPartPr/>
                <p14:nvPr/>
              </p14:nvContentPartPr>
              <p14:xfrm>
                <a:off x="7154691" y="2791408"/>
                <a:ext cx="80640" cy="138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7C4168A-C8A4-AB59-F416-FF4C3748216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148571" y="2785288"/>
                  <a:ext cx="928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B7766CC-35E5-D3E8-4A9A-63C7307AAC81}"/>
                    </a:ext>
                  </a:extLst>
                </p14:cNvPr>
                <p14:cNvContentPartPr/>
                <p14:nvPr/>
              </p14:nvContentPartPr>
              <p14:xfrm>
                <a:off x="6943731" y="2807248"/>
                <a:ext cx="259200" cy="150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B7766CC-35E5-D3E8-4A9A-63C7307AAC8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37611" y="2801128"/>
                  <a:ext cx="2714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77864D9-E53A-088D-01E6-DE59035B3C3E}"/>
                    </a:ext>
                  </a:extLst>
                </p14:cNvPr>
                <p14:cNvContentPartPr/>
                <p14:nvPr/>
              </p14:nvContentPartPr>
              <p14:xfrm>
                <a:off x="6785691" y="2881048"/>
                <a:ext cx="182880" cy="163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77864D9-E53A-088D-01E6-DE59035B3C3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79571" y="2874928"/>
                  <a:ext cx="1951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383DE09-633A-F6F6-01EB-8737A280F8CD}"/>
                    </a:ext>
                  </a:extLst>
                </p14:cNvPr>
                <p14:cNvContentPartPr/>
                <p14:nvPr/>
              </p14:nvContentPartPr>
              <p14:xfrm>
                <a:off x="6465291" y="2708968"/>
                <a:ext cx="192240" cy="355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383DE09-633A-F6F6-01EB-8737A280F8C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59171" y="2702848"/>
                  <a:ext cx="20448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7EDB662-21A4-0737-A897-C46BA55A7A14}"/>
                    </a:ext>
                  </a:extLst>
                </p14:cNvPr>
                <p14:cNvContentPartPr/>
                <p14:nvPr/>
              </p14:nvContentPartPr>
              <p14:xfrm>
                <a:off x="6112131" y="2936128"/>
                <a:ext cx="237240" cy="160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7EDB662-21A4-0737-A897-C46BA55A7A1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106011" y="2930008"/>
                  <a:ext cx="2494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08F822B-7054-03AF-9521-83F85FA9E514}"/>
                    </a:ext>
                  </a:extLst>
                </p14:cNvPr>
                <p14:cNvContentPartPr/>
                <p14:nvPr/>
              </p14:nvContentPartPr>
              <p14:xfrm>
                <a:off x="5903691" y="2902648"/>
                <a:ext cx="191880" cy="167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08F822B-7054-03AF-9521-83F85FA9E51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897571" y="2896528"/>
                  <a:ext cx="204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495C111-AC44-0478-2E2F-DAC26B6B7040}"/>
                    </a:ext>
                  </a:extLst>
                </p14:cNvPr>
                <p14:cNvContentPartPr/>
                <p14:nvPr/>
              </p14:nvContentPartPr>
              <p14:xfrm>
                <a:off x="5742771" y="2935408"/>
                <a:ext cx="133560" cy="122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495C111-AC44-0478-2E2F-DAC26B6B704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36651" y="2929288"/>
                  <a:ext cx="1458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25D57F2-0DE2-C3B8-47A6-3C20EA4C877E}"/>
                    </a:ext>
                  </a:extLst>
                </p14:cNvPr>
                <p14:cNvContentPartPr/>
                <p14:nvPr/>
              </p14:nvContentPartPr>
              <p14:xfrm>
                <a:off x="5502651" y="2982208"/>
                <a:ext cx="210600" cy="60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25D57F2-0DE2-C3B8-47A6-3C20EA4C877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496531" y="2976088"/>
                  <a:ext cx="2228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081FD54-A9C5-941F-50C2-F8B208B1FF27}"/>
                    </a:ext>
                  </a:extLst>
                </p14:cNvPr>
                <p14:cNvContentPartPr/>
                <p14:nvPr/>
              </p14:nvContentPartPr>
              <p14:xfrm>
                <a:off x="5502651" y="3015688"/>
                <a:ext cx="233640" cy="218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081FD54-A9C5-941F-50C2-F8B208B1FF2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96531" y="3009568"/>
                  <a:ext cx="24588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2D5DFDC-E622-30D0-7D83-6C3401FD5790}"/>
              </a:ext>
            </a:extLst>
          </p:cNvPr>
          <p:cNvGrpSpPr/>
          <p:nvPr/>
        </p:nvGrpSpPr>
        <p:grpSpPr>
          <a:xfrm>
            <a:off x="3320691" y="2867368"/>
            <a:ext cx="1721160" cy="376560"/>
            <a:chOff x="3320691" y="2867368"/>
            <a:chExt cx="1721160" cy="37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08DC2-F8FF-7985-DF1F-23CEC8162D85}"/>
                    </a:ext>
                  </a:extLst>
                </p14:cNvPr>
                <p14:cNvContentPartPr/>
                <p14:nvPr/>
              </p14:nvContentPartPr>
              <p14:xfrm>
                <a:off x="4701291" y="2867368"/>
                <a:ext cx="340560" cy="348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08DC2-F8FF-7985-DF1F-23CEC8162D8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695171" y="2861248"/>
                  <a:ext cx="35280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E91A001-1A3F-46EB-CB5D-844E9298CBF7}"/>
                    </a:ext>
                  </a:extLst>
                </p14:cNvPr>
                <p14:cNvContentPartPr/>
                <p14:nvPr/>
              </p14:nvContentPartPr>
              <p14:xfrm>
                <a:off x="4563051" y="3002368"/>
                <a:ext cx="261720" cy="144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E91A001-1A3F-46EB-CB5D-844E9298CBF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556931" y="2996248"/>
                  <a:ext cx="2739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D166B62-6BCF-AA3D-9888-009C3B79DDE3}"/>
                    </a:ext>
                  </a:extLst>
                </p14:cNvPr>
                <p14:cNvContentPartPr/>
                <p14:nvPr/>
              </p14:nvContentPartPr>
              <p14:xfrm>
                <a:off x="4652331" y="3095968"/>
                <a:ext cx="3960" cy="10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D166B62-6BCF-AA3D-9888-009C3B79DDE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46211" y="3089848"/>
                  <a:ext cx="162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DE82A1A-8A10-1C3F-A70E-AB408524EA47}"/>
                    </a:ext>
                  </a:extLst>
                </p14:cNvPr>
                <p14:cNvContentPartPr/>
                <p14:nvPr/>
              </p14:nvContentPartPr>
              <p14:xfrm>
                <a:off x="4267131" y="3008128"/>
                <a:ext cx="226080" cy="200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DE82A1A-8A10-1C3F-A70E-AB408524EA4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261011" y="3002008"/>
                  <a:ext cx="2383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E5C065B-1840-A236-DA19-4B53235AC12C}"/>
                    </a:ext>
                  </a:extLst>
                </p14:cNvPr>
                <p14:cNvContentPartPr/>
                <p14:nvPr/>
              </p14:nvContentPartPr>
              <p14:xfrm>
                <a:off x="3963291" y="3044128"/>
                <a:ext cx="376200" cy="199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E5C065B-1840-A236-DA19-4B53235AC12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57171" y="3038008"/>
                  <a:ext cx="3884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F3F2FE3-AF8B-CB30-5E7E-3F8A61EB4556}"/>
                    </a:ext>
                  </a:extLst>
                </p14:cNvPr>
                <p14:cNvContentPartPr/>
                <p14:nvPr/>
              </p14:nvContentPartPr>
              <p14:xfrm>
                <a:off x="3849531" y="3015688"/>
                <a:ext cx="176040" cy="221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F3F2FE3-AF8B-CB30-5E7E-3F8A61EB455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43411" y="3009568"/>
                  <a:ext cx="1882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57B5548-2BCB-466C-76F1-EB5F87AC0B3F}"/>
                    </a:ext>
                  </a:extLst>
                </p14:cNvPr>
                <p14:cNvContentPartPr/>
                <p14:nvPr/>
              </p14:nvContentPartPr>
              <p14:xfrm>
                <a:off x="3551091" y="2915248"/>
                <a:ext cx="357480" cy="309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57B5548-2BCB-466C-76F1-EB5F87AC0B3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44971" y="2909128"/>
                  <a:ext cx="3697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B7B8FF0-0302-90BA-FB4F-5234CB696CB3}"/>
                    </a:ext>
                  </a:extLst>
                </p14:cNvPr>
                <p14:cNvContentPartPr/>
                <p14:nvPr/>
              </p14:nvContentPartPr>
              <p14:xfrm>
                <a:off x="3320691" y="3101368"/>
                <a:ext cx="384480" cy="126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B7B8FF0-0302-90BA-FB4F-5234CB696CB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314571" y="3095248"/>
                  <a:ext cx="39672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082E611-D94A-B85C-ECFA-9A6C2842EB98}"/>
              </a:ext>
            </a:extLst>
          </p:cNvPr>
          <p:cNvGrpSpPr/>
          <p:nvPr/>
        </p:nvGrpSpPr>
        <p:grpSpPr>
          <a:xfrm>
            <a:off x="2593491" y="2911648"/>
            <a:ext cx="438480" cy="466560"/>
            <a:chOff x="2593491" y="2911648"/>
            <a:chExt cx="438480" cy="46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81904A0-5AE6-9592-2C20-D467442C33E1}"/>
                    </a:ext>
                  </a:extLst>
                </p14:cNvPr>
                <p14:cNvContentPartPr/>
                <p14:nvPr/>
              </p14:nvContentPartPr>
              <p14:xfrm>
                <a:off x="2827491" y="3128728"/>
                <a:ext cx="204480" cy="229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81904A0-5AE6-9592-2C20-D467442C33E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821371" y="3122608"/>
                  <a:ext cx="2167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B8619FB-375F-8524-353C-0BB9004D9B7E}"/>
                    </a:ext>
                  </a:extLst>
                </p14:cNvPr>
                <p14:cNvContentPartPr/>
                <p14:nvPr/>
              </p14:nvContentPartPr>
              <p14:xfrm>
                <a:off x="2593491" y="2911648"/>
                <a:ext cx="343440" cy="466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B8619FB-375F-8524-353C-0BB9004D9B7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587371" y="2905528"/>
                  <a:ext cx="355680" cy="47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993B07F-05C6-4C2A-9F22-23035FD270EC}"/>
              </a:ext>
            </a:extLst>
          </p:cNvPr>
          <p:cNvGrpSpPr/>
          <p:nvPr/>
        </p:nvGrpSpPr>
        <p:grpSpPr>
          <a:xfrm>
            <a:off x="272571" y="3224128"/>
            <a:ext cx="1939320" cy="468000"/>
            <a:chOff x="272571" y="3224128"/>
            <a:chExt cx="1939320" cy="46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88183DE-C28A-4ECB-8837-5A2D1AB9D0FF}"/>
                    </a:ext>
                  </a:extLst>
                </p14:cNvPr>
                <p14:cNvContentPartPr/>
                <p14:nvPr/>
              </p14:nvContentPartPr>
              <p14:xfrm>
                <a:off x="1908771" y="3239968"/>
                <a:ext cx="303120" cy="13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88183DE-C28A-4ECB-8837-5A2D1AB9D0F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02651" y="3233848"/>
                  <a:ext cx="3153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4DB2D03-722B-B413-630C-CCF1D0DA67DA}"/>
                    </a:ext>
                  </a:extLst>
                </p14:cNvPr>
                <p14:cNvContentPartPr/>
                <p14:nvPr/>
              </p14:nvContentPartPr>
              <p14:xfrm>
                <a:off x="2037651" y="3353008"/>
                <a:ext cx="41400" cy="22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4DB2D03-722B-B413-630C-CCF1D0DA67D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31531" y="3346888"/>
                  <a:ext cx="536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43D3737-36EF-5C86-7DF0-FC62E23CF815}"/>
                    </a:ext>
                  </a:extLst>
                </p14:cNvPr>
                <p14:cNvContentPartPr/>
                <p14:nvPr/>
              </p14:nvContentPartPr>
              <p14:xfrm>
                <a:off x="1633011" y="3224128"/>
                <a:ext cx="234000" cy="275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43D3737-36EF-5C86-7DF0-FC62E23CF81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626891" y="3218008"/>
                  <a:ext cx="2462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AB75464-8449-233D-6D7B-41B5144FE195}"/>
                    </a:ext>
                  </a:extLst>
                </p14:cNvPr>
                <p14:cNvContentPartPr/>
                <p14:nvPr/>
              </p14:nvContentPartPr>
              <p14:xfrm>
                <a:off x="1424571" y="3336448"/>
                <a:ext cx="271440" cy="140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AB75464-8449-233D-6D7B-41B5144FE19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418451" y="3330328"/>
                  <a:ext cx="2836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56F7CDE-D842-70D0-DE25-D3426B568478}"/>
                    </a:ext>
                  </a:extLst>
                </p14:cNvPr>
                <p14:cNvContentPartPr/>
                <p14:nvPr/>
              </p14:nvContentPartPr>
              <p14:xfrm>
                <a:off x="1275171" y="3465328"/>
                <a:ext cx="207720" cy="97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56F7CDE-D842-70D0-DE25-D3426B56847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269051" y="3459208"/>
                  <a:ext cx="2199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8A2F1EF-77F6-639B-71DC-62BFF7DAB115}"/>
                    </a:ext>
                  </a:extLst>
                </p14:cNvPr>
                <p14:cNvContentPartPr/>
                <p14:nvPr/>
              </p14:nvContentPartPr>
              <p14:xfrm>
                <a:off x="1144491" y="3272728"/>
                <a:ext cx="90720" cy="2048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8A2F1EF-77F6-639B-71DC-62BFF7DAB11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38371" y="3266608"/>
                  <a:ext cx="1029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FCDF540-C5E6-5182-CDDD-A3F777827C82}"/>
                    </a:ext>
                  </a:extLst>
                </p14:cNvPr>
                <p14:cNvContentPartPr/>
                <p14:nvPr/>
              </p14:nvContentPartPr>
              <p14:xfrm>
                <a:off x="972051" y="3368848"/>
                <a:ext cx="79560" cy="195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FCDF540-C5E6-5182-CDDD-A3F777827C8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65931" y="3362728"/>
                  <a:ext cx="918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896AF10-2619-98C4-68B0-E9996F45822C}"/>
                    </a:ext>
                  </a:extLst>
                </p14:cNvPr>
                <p14:cNvContentPartPr/>
                <p14:nvPr/>
              </p14:nvContentPartPr>
              <p14:xfrm>
                <a:off x="664251" y="3400888"/>
                <a:ext cx="250920" cy="291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896AF10-2619-98C4-68B0-E9996F45822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58131" y="3394768"/>
                  <a:ext cx="26316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E95664C-FAB7-F81D-FE3B-432D928DA969}"/>
                    </a:ext>
                  </a:extLst>
                </p14:cNvPr>
                <p14:cNvContentPartPr/>
                <p14:nvPr/>
              </p14:nvContentPartPr>
              <p14:xfrm>
                <a:off x="497571" y="3405928"/>
                <a:ext cx="205920" cy="135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E95664C-FAB7-F81D-FE3B-432D928DA96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1451" y="3399808"/>
                  <a:ext cx="2181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B96124E-B70D-FEDE-8A7A-2753EEBB3DD7}"/>
                    </a:ext>
                  </a:extLst>
                </p14:cNvPr>
                <p14:cNvContentPartPr/>
                <p14:nvPr/>
              </p14:nvContentPartPr>
              <p14:xfrm>
                <a:off x="272571" y="3464248"/>
                <a:ext cx="164160" cy="889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B96124E-B70D-FEDE-8A7A-2753EEBB3DD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6451" y="3458128"/>
                  <a:ext cx="17640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639F0FC-7A91-801E-2515-C16F2B09D1C5}"/>
              </a:ext>
            </a:extLst>
          </p:cNvPr>
          <p:cNvGrpSpPr/>
          <p:nvPr/>
        </p:nvGrpSpPr>
        <p:grpSpPr>
          <a:xfrm>
            <a:off x="7716291" y="3545608"/>
            <a:ext cx="1622520" cy="590760"/>
            <a:chOff x="7716291" y="3545608"/>
            <a:chExt cx="1622520" cy="59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D3B1446-AC05-E4C1-AD9E-C96ABF761255}"/>
                    </a:ext>
                  </a:extLst>
                </p14:cNvPr>
                <p14:cNvContentPartPr/>
                <p14:nvPr/>
              </p14:nvContentPartPr>
              <p14:xfrm>
                <a:off x="9132891" y="3545608"/>
                <a:ext cx="205920" cy="417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D3B1446-AC05-E4C1-AD9E-C96ABF76125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126771" y="3539488"/>
                  <a:ext cx="21816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4FD1D54-B53D-1181-DA41-A4041580BFC1}"/>
                    </a:ext>
                  </a:extLst>
                </p14:cNvPr>
                <p14:cNvContentPartPr/>
                <p14:nvPr/>
              </p14:nvContentPartPr>
              <p14:xfrm>
                <a:off x="8714211" y="3711208"/>
                <a:ext cx="330840" cy="2062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4FD1D54-B53D-1181-DA41-A4041580BFC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708091" y="3705088"/>
                  <a:ext cx="3430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52C90FC-CE50-84EC-5909-DE101F599CC8}"/>
                    </a:ext>
                  </a:extLst>
                </p14:cNvPr>
                <p14:cNvContentPartPr/>
                <p14:nvPr/>
              </p14:nvContentPartPr>
              <p14:xfrm>
                <a:off x="8518371" y="3689608"/>
                <a:ext cx="95400" cy="140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52C90FC-CE50-84EC-5909-DE101F599CC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12251" y="3683488"/>
                  <a:ext cx="107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688D954-3D1B-2B26-FAE4-978D17FD8F5F}"/>
                    </a:ext>
                  </a:extLst>
                </p14:cNvPr>
                <p14:cNvContentPartPr/>
                <p14:nvPr/>
              </p14:nvContentPartPr>
              <p14:xfrm>
                <a:off x="8142531" y="3737848"/>
                <a:ext cx="307080" cy="3985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688D954-3D1B-2B26-FAE4-978D17FD8F5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136411" y="3731728"/>
                  <a:ext cx="31932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5AE9A4E-8CA9-8E0E-C816-58D5513B2566}"/>
                    </a:ext>
                  </a:extLst>
                </p14:cNvPr>
                <p14:cNvContentPartPr/>
                <p14:nvPr/>
              </p14:nvContentPartPr>
              <p14:xfrm>
                <a:off x="7796211" y="3762328"/>
                <a:ext cx="415080" cy="135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5AE9A4E-8CA9-8E0E-C816-58D5513B256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790091" y="3756208"/>
                  <a:ext cx="4273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3AD3669-BF36-1046-D8A1-ED5E7F09C8CC}"/>
                    </a:ext>
                  </a:extLst>
                </p14:cNvPr>
                <p14:cNvContentPartPr/>
                <p14:nvPr/>
              </p14:nvContentPartPr>
              <p14:xfrm>
                <a:off x="8037051" y="3913888"/>
                <a:ext cx="40680" cy="23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3AD3669-BF36-1046-D8A1-ED5E7F09C8C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030931" y="3907768"/>
                  <a:ext cx="52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BCEACA1-B983-BF4A-CA1F-3100615B4787}"/>
                    </a:ext>
                  </a:extLst>
                </p14:cNvPr>
                <p14:cNvContentPartPr/>
                <p14:nvPr/>
              </p14:nvContentPartPr>
              <p14:xfrm>
                <a:off x="7716291" y="4036288"/>
                <a:ext cx="38520" cy="68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BCEACA1-B983-BF4A-CA1F-3100615B478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710171" y="4030168"/>
                  <a:ext cx="50760" cy="19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60735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20080</TotalTime>
  <Words>136</Words>
  <Application>Microsoft Office PowerPoint</Application>
  <PresentationFormat>Widescreen</PresentationFormat>
  <Paragraphs>84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Shachar Gabbay</dc:creator>
  <cp:lastModifiedBy>Shachar Gabbay</cp:lastModifiedBy>
  <cp:revision>2</cp:revision>
  <dcterms:created xsi:type="dcterms:W3CDTF">2026-07-21T14:24:52Z</dcterms:created>
  <dcterms:modified xsi:type="dcterms:W3CDTF">2026-08-11T09:41:14Z</dcterms:modified>
</cp:coreProperties>
</file>