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62" r:id="rId4"/>
    <p:sldId id="258" r:id="rId5"/>
    <p:sldId id="259" r:id="rId6"/>
    <p:sldId id="260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7B21"/>
    <a:srgbClr val="73A2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08:30:07.21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7474,'0'10'2008,"7"6"-400,-4 4-1120,12 3-255,-4-10-233,-7-6 8,-1-4 296,1-3-304,0-3-112,-1 3-56,-3-4 168,4 4-193,-8 0-2455,-7 17-2001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BFA6B-135A-D601-CC33-F8A778B5A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5A8120-CFE0-9923-5668-575B6CCEF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D4E77-4922-3F7D-8178-0B104DE8F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1B2-BEC7-42E7-84D4-1C4DF21337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F5AD6-C4D0-56F1-A6CE-5A7A1BF2D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C9253-C22D-BC2E-A859-774A8A620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26ED-6025-47DC-ADD9-16F34F32D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18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FD25-FF7A-68E8-26C3-D74B2908F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F123C-F25A-DBAF-D306-77DBA9D67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51513-24EA-2AF7-C56D-761996F01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1B2-BEC7-42E7-84D4-1C4DF21337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1C946-DDF1-8F43-CFA5-E4AEABFA1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B3441-5503-2A30-D3F1-FA5FBEB5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26ED-6025-47DC-ADD9-16F34F32D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28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1578C-B8E3-304E-8F39-201FAF4A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C4E8F-B7B9-00F7-2DB0-349DA13C9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96C25-73B6-FD57-24E6-A6A0D3480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1B2-BEC7-42E7-84D4-1C4DF21337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45B4C-15DD-6ABF-6D08-65854F0C0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7198F-84CD-6A9C-9008-7A09BFCE3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26ED-6025-47DC-ADD9-16F34F32D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66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0A0E-23EB-FD60-C9E7-8198DC23B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F9CC2-5183-E073-954B-595A9494E4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D6E5D-B783-BC87-03D2-9638CE983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B4113-164A-C8B4-6FF9-392D1D025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1B2-BEC7-42E7-84D4-1C4DF21337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E7D4D-21E6-0ACF-E2FE-379AA79D9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10A9E-D2BA-9F42-074E-3F2976F08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26ED-6025-47DC-ADD9-16F34F32D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38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439FA-236F-79DF-AFA0-F2D623674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EB2CB-87DE-9D6B-14CC-A2CCED351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CF43E-722D-0C79-3CC2-BB8B595C2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4D218-BD10-9201-0271-EC067EA2B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C70923-F3C6-B302-DA50-3141C0602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A2FAC0-9B60-F2F8-6D1F-3E27A70D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1B2-BEC7-42E7-84D4-1C4DF21337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CF3D68-B672-9FF6-3F6A-4CB294F5D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F35F8-ACB1-8AE1-8140-8D82BA9E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26ED-6025-47DC-ADD9-16F34F32D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7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0CDF-02AB-CCC0-E09D-A1B9721E7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71307E-740A-D3A4-4B88-0170371A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1B2-BEC7-42E7-84D4-1C4DF21337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3470C-4D53-C591-E982-C37A79C8D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80F8E-864F-A8BE-6F97-830F2D87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26ED-6025-47DC-ADD9-16F34F32D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79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5C3796-2478-6E7D-0139-7F7C1F6E1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1B2-BEC7-42E7-84D4-1C4DF21337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7D1767-A874-07DA-6B52-D32775324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D813C-3660-2D08-520C-6CCECFF8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26ED-6025-47DC-ADD9-16F34F32D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6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B76C6-F8B3-2EBD-6A4D-757DB0AAC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54496-BC10-CF2F-010B-F33EA3F9A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58DFBA-97FB-4DBC-512F-1D97D7E70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1D44B-036C-756A-EA75-BBD95EE3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1B2-BEC7-42E7-84D4-1C4DF21337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A4B7D-CEE0-C59C-C672-3DD688844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A435C-C970-A286-C614-413652AA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26ED-6025-47DC-ADD9-16F34F32D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2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2398-0BD0-03A3-02D8-18CF34AE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5480A5-C65E-4204-8968-29BD3E37E1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E6AE1-6441-A238-2A52-A5A26E529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062A3-455C-DA6B-C211-4B9221719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1B2-BEC7-42E7-84D4-1C4DF21337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D5D02-73B4-6981-0859-B2910758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7D778-785E-458E-38A7-488EE321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26ED-6025-47DC-ADD9-16F34F32D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21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641F6-0509-4DE2-1D28-8153FD73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61053-6D8A-8F8F-4D06-C47844689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8AF0C-FD70-A6BC-1B63-C911B140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1B2-BEC7-42E7-84D4-1C4DF21337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003A-4013-C875-C4EC-68CA80B54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9C4E9-682D-F6FB-F6BF-FD48EA1EC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26ED-6025-47DC-ADD9-16F34F32D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6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2F6568-8A7F-3D97-9B77-48B08A1D73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F8647-BAD2-F00E-CB2A-D9C0A71F3F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655F7-2C49-2887-7606-4A6F2314C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1B2-BEC7-42E7-84D4-1C4DF21337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6F5FF-AAF9-52BE-03B9-9DE12F93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A2ED1-FB3C-66D6-1385-1B3E9CA21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26ED-6025-47DC-ADD9-16F34F32D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0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EAD282-13E7-7E44-D701-47DCFE46B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77274-8E8D-BE9F-6D7D-2EE9818DC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29FDB-B90E-539D-B6A2-AF195A7DD3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2F1B2-BEC7-42E7-84D4-1C4DF21337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02804-BE4B-9BD0-9416-2908E8A9A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EFD69-8F02-0297-DB22-218D5A2DEA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F26ED-6025-47DC-ADD9-16F34F32D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04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B7DC1-A427-8FB8-62DE-7FF3D1635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281" y="2609562"/>
            <a:ext cx="6352309" cy="1325563"/>
          </a:xfrm>
        </p:spPr>
        <p:txBody>
          <a:bodyPr/>
          <a:lstStyle/>
          <a:p>
            <a:r>
              <a:rPr lang="en-US" dirty="0"/>
              <a:t>Project </a:t>
            </a:r>
          </a:p>
        </p:txBody>
      </p:sp>
    </p:spTree>
    <p:extLst>
      <p:ext uri="{BB962C8B-B14F-4D97-AF65-F5344CB8AC3E}">
        <p14:creationId xmlns:p14="http://schemas.microsoft.com/office/powerpoint/2010/main" val="90378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F25003-6F44-8B2F-6669-BF7B69332A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928" y="720880"/>
            <a:ext cx="5522411" cy="5009381"/>
          </a:xfrm>
          <a:prstGeom prst="rect">
            <a:avLst/>
          </a:prstGeom>
          <a:noFill/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8BF3207-B2F4-2ED7-2111-743C15231F70}"/>
              </a:ext>
            </a:extLst>
          </p:cNvPr>
          <p:cNvSpPr txBox="1">
            <a:spLocks/>
          </p:cNvSpPr>
          <p:nvPr/>
        </p:nvSpPr>
        <p:spPr>
          <a:xfrm>
            <a:off x="515773" y="226580"/>
            <a:ext cx="6352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Project </a:t>
            </a:r>
          </a:p>
        </p:txBody>
      </p:sp>
    </p:spTree>
    <p:extLst>
      <p:ext uri="{BB962C8B-B14F-4D97-AF65-F5344CB8AC3E}">
        <p14:creationId xmlns:p14="http://schemas.microsoft.com/office/powerpoint/2010/main" val="60297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D889A-897E-87A2-9880-B1B4DED6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2BC57-2814-1BA1-21E9-8238B03B1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Botminer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698903E-BAC3-88A9-48AA-4455B36B292F}"/>
                  </a:ext>
                </a:extLst>
              </p14:cNvPr>
              <p14:cNvContentPartPr/>
              <p14:nvPr/>
            </p14:nvContentPartPr>
            <p14:xfrm>
              <a:off x="9556053" y="1030287"/>
              <a:ext cx="21240" cy="37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698903E-BAC3-88A9-48AA-4455B36B29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49933" y="1024167"/>
                <a:ext cx="33480" cy="4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8983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AB6E68-1ED0-4F43-03DA-88165274F4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013" y="220208"/>
            <a:ext cx="6703974" cy="5193413"/>
          </a:xfrm>
          <a:prstGeom prst="rect">
            <a:avLst/>
          </a:prstGeom>
          <a:noFill/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C969C682-0DF6-6567-0F70-C93FFE78D425}"/>
              </a:ext>
            </a:extLst>
          </p:cNvPr>
          <p:cNvSpPr/>
          <p:nvPr/>
        </p:nvSpPr>
        <p:spPr>
          <a:xfrm>
            <a:off x="8396749" y="5628159"/>
            <a:ext cx="1051238" cy="674320"/>
          </a:xfrm>
          <a:prstGeom prst="foldedCorner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Budget Status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E77455D-0AE2-E33A-2351-B67616AE84C8}"/>
              </a:ext>
            </a:extLst>
          </p:cNvPr>
          <p:cNvCxnSpPr>
            <a:cxnSpLocks/>
            <a:endCxn id="5" idx="1"/>
          </p:cNvCxnSpPr>
          <p:nvPr/>
        </p:nvCxnSpPr>
        <p:spPr>
          <a:xfrm rot="16200000" flipH="1">
            <a:off x="7715578" y="5284148"/>
            <a:ext cx="943736" cy="418606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080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A5F814-429C-D104-B814-07C786C31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439" y="955467"/>
            <a:ext cx="9435121" cy="47319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60B74B-BE07-40B4-15CA-21596F878C1B}"/>
              </a:ext>
            </a:extLst>
          </p:cNvPr>
          <p:cNvSpPr/>
          <p:nvPr/>
        </p:nvSpPr>
        <p:spPr>
          <a:xfrm>
            <a:off x="5052179" y="4636770"/>
            <a:ext cx="1043820" cy="347202"/>
          </a:xfrm>
          <a:prstGeom prst="roundRect">
            <a:avLst>
              <a:gd name="adj" fmla="val 50000"/>
            </a:avLst>
          </a:prstGeom>
          <a:ln w="57150">
            <a:solidFill>
              <a:srgbClr val="397B2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rgbClr val="397B21"/>
                </a:solidFill>
              </a:rPr>
              <a:t>Step Resolution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5BC636-7DF9-BE2D-262A-816146F563E7}"/>
              </a:ext>
            </a:extLst>
          </p:cNvPr>
          <p:cNvSpPr/>
          <p:nvPr/>
        </p:nvSpPr>
        <p:spPr>
          <a:xfrm>
            <a:off x="4254108" y="4463168"/>
            <a:ext cx="683652" cy="226940"/>
          </a:xfrm>
          <a:prstGeom prst="rect">
            <a:avLst/>
          </a:prstGeom>
          <a:ln w="28575">
            <a:solidFill>
              <a:srgbClr val="397B2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73A262"/>
                </a:solidFill>
              </a:rPr>
              <a:t>Ips Summary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B90721-3250-1622-CBD7-0AE1F153A7F3}"/>
              </a:ext>
            </a:extLst>
          </p:cNvPr>
          <p:cNvSpPr/>
          <p:nvPr/>
        </p:nvSpPr>
        <p:spPr>
          <a:xfrm>
            <a:off x="4254108" y="4757032"/>
            <a:ext cx="683652" cy="226940"/>
          </a:xfrm>
          <a:prstGeom prst="rect">
            <a:avLst/>
          </a:prstGeom>
          <a:ln w="28575">
            <a:solidFill>
              <a:srgbClr val="397B2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73A262"/>
                </a:solidFill>
              </a:rPr>
              <a:t>Anomalies</a:t>
            </a:r>
          </a:p>
        </p:txBody>
      </p:sp>
    </p:spTree>
    <p:extLst>
      <p:ext uri="{BB962C8B-B14F-4D97-AF65-F5344CB8AC3E}">
        <p14:creationId xmlns:p14="http://schemas.microsoft.com/office/powerpoint/2010/main" val="1064548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007EEB-0F3B-C6D8-AFBF-67C26B1213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927" y="944544"/>
            <a:ext cx="9076146" cy="45117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56757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066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2709</TotalTime>
  <Words>11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Project </vt:lpstr>
      <vt:lpstr>PowerPoint Presentation</vt:lpstr>
      <vt:lpstr>Preprocessor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Shachar Gabbay</dc:creator>
  <cp:lastModifiedBy>Shachar Gabbay</cp:lastModifiedBy>
  <cp:revision>2</cp:revision>
  <dcterms:created xsi:type="dcterms:W3CDTF">2026-09-07T09:53:01Z</dcterms:created>
  <dcterms:modified xsi:type="dcterms:W3CDTF">2026-09-17T08:31:59Z</dcterms:modified>
</cp:coreProperties>
</file>